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slideMasters/_rels/slideMaster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4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8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3.png" ContentType="image/png"/>
  <Override PartName="/ppt/media/image10.png" ContentType="image/png"/>
  <Override PartName="/ppt/media/image2.png" ContentType="image/png"/>
  <Override PartName="/ppt/media/image7.jpeg" ContentType="image/jpe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65" r:id="rId4"/>
    <p:sldMasterId id="214748368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3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2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7.jpe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2399040" y="-3503880"/>
            <a:ext cx="14587560" cy="13746960"/>
            <a:chOff x="-2399040" y="-3503880"/>
            <a:chExt cx="14587560" cy="13746960"/>
          </a:xfrm>
        </p:grpSpPr>
        <p:grpSp>
          <p:nvGrpSpPr>
            <p:cNvPr id="3" name="Google Shape;10;p2"/>
            <p:cNvGrpSpPr/>
            <p:nvPr/>
          </p:nvGrpSpPr>
          <p:grpSpPr>
            <a:xfrm>
              <a:off x="-2399040" y="-3503880"/>
              <a:ext cx="14388840" cy="13746960"/>
              <a:chOff x="-2399040" y="-3503880"/>
              <a:chExt cx="14388840" cy="13746960"/>
            </a:xfrm>
          </p:grpSpPr>
          <p:sp>
            <p:nvSpPr>
              <p:cNvPr id="4" name="Google Shape;11;p2"/>
              <p:cNvSpPr/>
              <p:nvPr/>
            </p:nvSpPr>
            <p:spPr>
              <a:xfrm rot="4815600">
                <a:off x="-1871640" y="-120708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" name="Google Shape;12;p2"/>
              <p:cNvSpPr/>
              <p:nvPr/>
            </p:nvSpPr>
            <p:spPr>
              <a:xfrm rot="4815600">
                <a:off x="-1865160" y="229392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13;p2"/>
              <p:cNvSpPr/>
              <p:nvPr/>
            </p:nvSpPr>
            <p:spPr>
              <a:xfrm rot="4815600">
                <a:off x="5302800" y="-2160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4;p2"/>
              <p:cNvSpPr/>
              <p:nvPr/>
            </p:nvSpPr>
            <p:spPr>
              <a:xfrm rot="4815600">
                <a:off x="1213920" y="164592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15;p2"/>
              <p:cNvSpPr/>
              <p:nvPr/>
            </p:nvSpPr>
            <p:spPr>
              <a:xfrm rot="4815600">
                <a:off x="939240" y="-30456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9" name="Google Shape;16;p2"/>
            <p:cNvSpPr/>
            <p:nvPr/>
          </p:nvSpPr>
          <p:spPr>
            <a:xfrm rot="4815600">
              <a:off x="3596760" y="4698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4815600">
              <a:off x="148680" y="25322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1" name="Google Shape;18;p2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49880" y="1335240"/>
            <a:ext cx="7644240" cy="15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" name="Google Shape;22;p2" descr=""/>
          <p:cNvPicPr/>
          <p:nvPr/>
        </p:nvPicPr>
        <p:blipFill>
          <a:blip r:embed="rId3">
            <a:alphaModFix amt="83000"/>
          </a:blip>
          <a:stretch/>
        </p:blipFill>
        <p:spPr>
          <a:xfrm>
            <a:off x="-1418040" y="2178360"/>
            <a:ext cx="2560680" cy="246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23;p2" descr=""/>
          <p:cNvPicPr/>
          <p:nvPr/>
        </p:nvPicPr>
        <p:blipFill>
          <a:blip r:embed="rId4">
            <a:alphaModFix amt="73000"/>
          </a:blip>
          <a:stretch/>
        </p:blipFill>
        <p:spPr>
          <a:xfrm rot="10800000">
            <a:off x="8072280" y="643680"/>
            <a:ext cx="1938600" cy="186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153;p14"/>
          <p:cNvGrpSpPr/>
          <p:nvPr/>
        </p:nvGrpSpPr>
        <p:grpSpPr>
          <a:xfrm>
            <a:off x="-2399040" y="-3503880"/>
            <a:ext cx="14587560" cy="13746960"/>
            <a:chOff x="-2399040" y="-3503880"/>
            <a:chExt cx="14587560" cy="13746960"/>
          </a:xfrm>
        </p:grpSpPr>
        <p:grpSp>
          <p:nvGrpSpPr>
            <p:cNvPr id="39" name="Google Shape;154;p14"/>
            <p:cNvGrpSpPr/>
            <p:nvPr/>
          </p:nvGrpSpPr>
          <p:grpSpPr>
            <a:xfrm>
              <a:off x="-2399040" y="-3503880"/>
              <a:ext cx="14388840" cy="13746960"/>
              <a:chOff x="-2399040" y="-3503880"/>
              <a:chExt cx="14388840" cy="13746960"/>
            </a:xfrm>
          </p:grpSpPr>
          <p:sp>
            <p:nvSpPr>
              <p:cNvPr id="40" name="Google Shape;155;p14"/>
              <p:cNvSpPr/>
              <p:nvPr/>
            </p:nvSpPr>
            <p:spPr>
              <a:xfrm rot="4815600">
                <a:off x="-1871640" y="-120708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" name="Google Shape;156;p14"/>
              <p:cNvSpPr/>
              <p:nvPr/>
            </p:nvSpPr>
            <p:spPr>
              <a:xfrm rot="4815600">
                <a:off x="-1865160" y="229392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" name="Google Shape;157;p14"/>
              <p:cNvSpPr/>
              <p:nvPr/>
            </p:nvSpPr>
            <p:spPr>
              <a:xfrm rot="4815600">
                <a:off x="5302800" y="-2160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" name="Google Shape;158;p14"/>
              <p:cNvSpPr/>
              <p:nvPr/>
            </p:nvSpPr>
            <p:spPr>
              <a:xfrm rot="4815600">
                <a:off x="1213920" y="164592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159;p14"/>
              <p:cNvSpPr/>
              <p:nvPr/>
            </p:nvSpPr>
            <p:spPr>
              <a:xfrm rot="4815600">
                <a:off x="939240" y="-30456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5" name="Google Shape;160;p14"/>
            <p:cNvSpPr/>
            <p:nvPr/>
          </p:nvSpPr>
          <p:spPr>
            <a:xfrm rot="4815600">
              <a:off x="3596760" y="4698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61;p14"/>
            <p:cNvSpPr/>
            <p:nvPr/>
          </p:nvSpPr>
          <p:spPr>
            <a:xfrm rot="4815600">
              <a:off x="148680" y="25322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47" name="Google Shape;162;p14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774080" y="2943000"/>
            <a:ext cx="559512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9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9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168;p15"/>
          <p:cNvGrpSpPr/>
          <p:nvPr/>
        </p:nvGrpSpPr>
        <p:grpSpPr>
          <a:xfrm>
            <a:off x="-4423680" y="-4210200"/>
            <a:ext cx="18226440" cy="14424840"/>
            <a:chOff x="-4423680" y="-4210200"/>
            <a:chExt cx="18226440" cy="14424840"/>
          </a:xfrm>
        </p:grpSpPr>
        <p:grpSp>
          <p:nvGrpSpPr>
            <p:cNvPr id="50" name="Google Shape;169;p15"/>
            <p:cNvGrpSpPr/>
            <p:nvPr/>
          </p:nvGrpSpPr>
          <p:grpSpPr>
            <a:xfrm>
              <a:off x="-4423680" y="-4210200"/>
              <a:ext cx="18226440" cy="14424840"/>
              <a:chOff x="-4423680" y="-4210200"/>
              <a:chExt cx="18226440" cy="14424840"/>
            </a:xfrm>
          </p:grpSpPr>
          <p:sp>
            <p:nvSpPr>
              <p:cNvPr id="51" name="Google Shape;170;p15"/>
              <p:cNvSpPr/>
              <p:nvPr/>
            </p:nvSpPr>
            <p:spPr>
              <a:xfrm rot="4815600">
                <a:off x="-3170520" y="-372960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171;p15"/>
              <p:cNvSpPr/>
              <p:nvPr/>
            </p:nvSpPr>
            <p:spPr>
              <a:xfrm rot="4815600">
                <a:off x="6406920" y="-260208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172;p15"/>
              <p:cNvSpPr/>
              <p:nvPr/>
            </p:nvSpPr>
            <p:spPr>
              <a:xfrm rot="4815600">
                <a:off x="7115760" y="-28044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173;p15"/>
              <p:cNvSpPr/>
              <p:nvPr/>
            </p:nvSpPr>
            <p:spPr>
              <a:xfrm rot="4815600">
                <a:off x="5136840" y="161748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174;p15"/>
              <p:cNvSpPr/>
              <p:nvPr/>
            </p:nvSpPr>
            <p:spPr>
              <a:xfrm rot="4815600">
                <a:off x="-3921120" y="-132264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6" name="Google Shape;175;p15"/>
            <p:cNvSpPr/>
            <p:nvPr/>
          </p:nvSpPr>
          <p:spPr>
            <a:xfrm rot="4815600">
              <a:off x="-3391200" y="173412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57" name="Google Shape;176;p15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56080" y="457200"/>
            <a:ext cx="74307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203;p18"/>
          <p:cNvGrpSpPr/>
          <p:nvPr/>
        </p:nvGrpSpPr>
        <p:grpSpPr>
          <a:xfrm>
            <a:off x="-2399040" y="-3503880"/>
            <a:ext cx="14587560" cy="13746960"/>
            <a:chOff x="-2399040" y="-3503880"/>
            <a:chExt cx="14587560" cy="13746960"/>
          </a:xfrm>
        </p:grpSpPr>
        <p:grpSp>
          <p:nvGrpSpPr>
            <p:cNvPr id="83" name="Google Shape;204;p18"/>
            <p:cNvGrpSpPr/>
            <p:nvPr/>
          </p:nvGrpSpPr>
          <p:grpSpPr>
            <a:xfrm>
              <a:off x="-2399040" y="-3503880"/>
              <a:ext cx="14388840" cy="13746960"/>
              <a:chOff x="-2399040" y="-3503880"/>
              <a:chExt cx="14388840" cy="13746960"/>
            </a:xfrm>
          </p:grpSpPr>
          <p:sp>
            <p:nvSpPr>
              <p:cNvPr id="84" name="Google Shape;205;p18"/>
              <p:cNvSpPr/>
              <p:nvPr/>
            </p:nvSpPr>
            <p:spPr>
              <a:xfrm rot="4815600">
                <a:off x="-1871640" y="-120708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206;p18"/>
              <p:cNvSpPr/>
              <p:nvPr/>
            </p:nvSpPr>
            <p:spPr>
              <a:xfrm rot="4815600">
                <a:off x="-1865160" y="229392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207;p18"/>
              <p:cNvSpPr/>
              <p:nvPr/>
            </p:nvSpPr>
            <p:spPr>
              <a:xfrm rot="4815600">
                <a:off x="5302800" y="-2160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208;p18"/>
              <p:cNvSpPr/>
              <p:nvPr/>
            </p:nvSpPr>
            <p:spPr>
              <a:xfrm rot="4815600">
                <a:off x="1213920" y="164592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209;p18"/>
              <p:cNvSpPr/>
              <p:nvPr/>
            </p:nvSpPr>
            <p:spPr>
              <a:xfrm rot="4815600">
                <a:off x="939240" y="-30456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89" name="Google Shape;210;p18"/>
            <p:cNvSpPr/>
            <p:nvPr/>
          </p:nvSpPr>
          <p:spPr>
            <a:xfrm rot="4815600">
              <a:off x="3596760" y="4698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211;p18"/>
            <p:cNvSpPr/>
            <p:nvPr/>
          </p:nvSpPr>
          <p:spPr>
            <a:xfrm rot="4815600">
              <a:off x="148680" y="25322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91" name="Google Shape;212;p18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810320" y="1901880"/>
            <a:ext cx="3598200" cy="5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245;p21"/>
          <p:cNvGrpSpPr/>
          <p:nvPr/>
        </p:nvGrpSpPr>
        <p:grpSpPr>
          <a:xfrm>
            <a:off x="-3456360" y="-3517560"/>
            <a:ext cx="14928840" cy="12820320"/>
            <a:chOff x="-3456360" y="-3517560"/>
            <a:chExt cx="14928840" cy="12820320"/>
          </a:xfrm>
        </p:grpSpPr>
        <p:grpSp>
          <p:nvGrpSpPr>
            <p:cNvPr id="130" name="Google Shape;246;p21"/>
            <p:cNvGrpSpPr/>
            <p:nvPr/>
          </p:nvGrpSpPr>
          <p:grpSpPr>
            <a:xfrm>
              <a:off x="-3456360" y="-3517560"/>
              <a:ext cx="14388840" cy="12820320"/>
              <a:chOff x="-3456360" y="-3517560"/>
              <a:chExt cx="14388840" cy="12820320"/>
            </a:xfrm>
          </p:grpSpPr>
          <p:sp>
            <p:nvSpPr>
              <p:cNvPr id="131" name="Google Shape;247;p21"/>
              <p:cNvSpPr/>
              <p:nvPr/>
            </p:nvSpPr>
            <p:spPr>
              <a:xfrm rot="4815600">
                <a:off x="-2928960" y="-122076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" name="Google Shape;248;p21"/>
              <p:cNvSpPr/>
              <p:nvPr/>
            </p:nvSpPr>
            <p:spPr>
              <a:xfrm rot="4815600">
                <a:off x="-2922480" y="228024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249;p21"/>
              <p:cNvSpPr/>
              <p:nvPr/>
            </p:nvSpPr>
            <p:spPr>
              <a:xfrm rot="4815600">
                <a:off x="4245480" y="-2296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250;p21"/>
              <p:cNvSpPr/>
              <p:nvPr/>
            </p:nvSpPr>
            <p:spPr>
              <a:xfrm rot="4815600">
                <a:off x="818280" y="70560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251;p21"/>
              <p:cNvSpPr/>
              <p:nvPr/>
            </p:nvSpPr>
            <p:spPr>
              <a:xfrm rot="4815600">
                <a:off x="-117720" y="-30592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36" name="Google Shape;252;p21"/>
            <p:cNvSpPr/>
            <p:nvPr/>
          </p:nvSpPr>
          <p:spPr>
            <a:xfrm rot="4815600">
              <a:off x="2880720" y="-25794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53;p21"/>
            <p:cNvSpPr/>
            <p:nvPr/>
          </p:nvSpPr>
          <p:spPr>
            <a:xfrm rot="4815600">
              <a:off x="4214520" y="31460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38" name="Google Shape;254;p21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1"/>
          <p:cNvSpPr>
            <a:spLocks noGrp="1"/>
          </p:cNvSpPr>
          <p:nvPr>
            <p:ph type="body"/>
          </p:nvPr>
        </p:nvSpPr>
        <p:spPr>
          <a:xfrm>
            <a:off x="3804120" y="1678320"/>
            <a:ext cx="4604400" cy="228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title"/>
          </p:nvPr>
        </p:nvSpPr>
        <p:spPr>
          <a:xfrm>
            <a:off x="3792600" y="457200"/>
            <a:ext cx="460440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1" name="Google Shape;258;p21" descr=""/>
          <p:cNvPicPr/>
          <p:nvPr/>
        </p:nvPicPr>
        <p:blipFill>
          <a:blip r:embed="rId3">
            <a:alphaModFix amt="62000"/>
          </a:blip>
          <a:srcRect l="0" t="15" r="0" b="15"/>
          <a:stretch/>
        </p:blipFill>
        <p:spPr>
          <a:xfrm rot="2225400">
            <a:off x="119520" y="-177840"/>
            <a:ext cx="3400560" cy="336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259;p21" descr=""/>
          <p:cNvPicPr/>
          <p:nvPr/>
        </p:nvPicPr>
        <p:blipFill>
          <a:blip r:embed="rId4">
            <a:alphaModFix amt="54000"/>
          </a:blip>
          <a:srcRect l="0" t="15" r="0" b="31"/>
          <a:stretch/>
        </p:blipFill>
        <p:spPr>
          <a:xfrm rot="9373800">
            <a:off x="-959760" y="1328040"/>
            <a:ext cx="3592080" cy="3554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405;p31"/>
          <p:cNvGrpSpPr/>
          <p:nvPr/>
        </p:nvGrpSpPr>
        <p:grpSpPr>
          <a:xfrm>
            <a:off x="-2636280" y="-3531240"/>
            <a:ext cx="14388840" cy="13038480"/>
            <a:chOff x="-2636280" y="-3531240"/>
            <a:chExt cx="14388840" cy="13038480"/>
          </a:xfrm>
        </p:grpSpPr>
        <p:grpSp>
          <p:nvGrpSpPr>
            <p:cNvPr id="262" name="Google Shape;406;p31"/>
            <p:cNvGrpSpPr/>
            <p:nvPr/>
          </p:nvGrpSpPr>
          <p:grpSpPr>
            <a:xfrm>
              <a:off x="-2636280" y="-3531240"/>
              <a:ext cx="14388840" cy="13038480"/>
              <a:chOff x="-2636280" y="-3531240"/>
              <a:chExt cx="14388840" cy="13038480"/>
            </a:xfrm>
          </p:grpSpPr>
          <p:sp>
            <p:nvSpPr>
              <p:cNvPr id="263" name="Google Shape;407;p31"/>
              <p:cNvSpPr/>
              <p:nvPr/>
            </p:nvSpPr>
            <p:spPr>
              <a:xfrm rot="4815600">
                <a:off x="-2108880" y="-123444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4" name="Google Shape;408;p31"/>
              <p:cNvSpPr/>
              <p:nvPr/>
            </p:nvSpPr>
            <p:spPr>
              <a:xfrm rot="4815600">
                <a:off x="-560880" y="234828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5" name="Google Shape;409;p31"/>
              <p:cNvSpPr/>
              <p:nvPr/>
            </p:nvSpPr>
            <p:spPr>
              <a:xfrm rot="4815600">
                <a:off x="5065560" y="-2433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6" name="Google Shape;410;p31"/>
              <p:cNvSpPr/>
              <p:nvPr/>
            </p:nvSpPr>
            <p:spPr>
              <a:xfrm rot="4815600">
                <a:off x="356040" y="91008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7" name="Google Shape;411;p31"/>
              <p:cNvSpPr/>
              <p:nvPr/>
            </p:nvSpPr>
            <p:spPr>
              <a:xfrm rot="4815600">
                <a:off x="702000" y="-30729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68" name="Google Shape;412;p31"/>
            <p:cNvSpPr/>
            <p:nvPr/>
          </p:nvSpPr>
          <p:spPr>
            <a:xfrm rot="4815600">
              <a:off x="5034600" y="313236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9" name="Google Shape;413;p31"/>
          <p:cNvSpPr/>
          <p:nvPr/>
        </p:nvSpPr>
        <p:spPr>
          <a:xfrm rot="4815600">
            <a:off x="5406480" y="-3286800"/>
            <a:ext cx="6486840" cy="6538320"/>
          </a:xfrm>
          <a:prstGeom prst="ellipse">
            <a:avLst/>
          </a:prstGeom>
          <a:gradFill rotWithShape="0">
            <a:gsLst>
              <a:gs pos="0">
                <a:srgbClr val="1645d3">
                  <a:alpha val="70000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70" name="Google Shape;414;p31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Google Shape;415;p31"/>
          <p:cNvSpPr/>
          <p:nvPr/>
        </p:nvSpPr>
        <p:spPr>
          <a:xfrm rot="4815600">
            <a:off x="5381640" y="-2959200"/>
            <a:ext cx="6184080" cy="6233040"/>
          </a:xfrm>
          <a:prstGeom prst="ellipse">
            <a:avLst/>
          </a:prstGeom>
          <a:gradFill rotWithShape="0">
            <a:gsLst>
              <a:gs pos="0">
                <a:srgbClr val="8ac1dc">
                  <a:alpha val="70000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41240" y="2004480"/>
            <a:ext cx="24573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title"/>
          </p:nvPr>
        </p:nvSpPr>
        <p:spPr>
          <a:xfrm>
            <a:off x="3343320" y="2004480"/>
            <a:ext cx="24573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title"/>
          </p:nvPr>
        </p:nvSpPr>
        <p:spPr>
          <a:xfrm>
            <a:off x="5945040" y="2004480"/>
            <a:ext cx="245736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title"/>
          </p:nvPr>
        </p:nvSpPr>
        <p:spPr>
          <a:xfrm>
            <a:off x="741240" y="3050640"/>
            <a:ext cx="24573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26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title"/>
          </p:nvPr>
        </p:nvSpPr>
        <p:spPr>
          <a:xfrm>
            <a:off x="3343320" y="3050640"/>
            <a:ext cx="24573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26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6"/>
          <p:cNvSpPr>
            <a:spLocks noGrp="1"/>
          </p:cNvSpPr>
          <p:nvPr>
            <p:ph type="title"/>
          </p:nvPr>
        </p:nvSpPr>
        <p:spPr>
          <a:xfrm>
            <a:off x="5945040" y="3050640"/>
            <a:ext cx="24573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26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7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427;p32"/>
          <p:cNvGrpSpPr/>
          <p:nvPr/>
        </p:nvGrpSpPr>
        <p:grpSpPr>
          <a:xfrm>
            <a:off x="-3456360" y="-3517560"/>
            <a:ext cx="14928840" cy="12820320"/>
            <a:chOff x="-3456360" y="-3517560"/>
            <a:chExt cx="14928840" cy="12820320"/>
          </a:xfrm>
        </p:grpSpPr>
        <p:grpSp>
          <p:nvGrpSpPr>
            <p:cNvPr id="280" name="Google Shape;428;p32"/>
            <p:cNvGrpSpPr/>
            <p:nvPr/>
          </p:nvGrpSpPr>
          <p:grpSpPr>
            <a:xfrm>
              <a:off x="-3456360" y="-3517560"/>
              <a:ext cx="14388840" cy="12820320"/>
              <a:chOff x="-3456360" y="-3517560"/>
              <a:chExt cx="14388840" cy="12820320"/>
            </a:xfrm>
          </p:grpSpPr>
          <p:sp>
            <p:nvSpPr>
              <p:cNvPr id="281" name="Google Shape;429;p32"/>
              <p:cNvSpPr/>
              <p:nvPr/>
            </p:nvSpPr>
            <p:spPr>
              <a:xfrm rot="4815600">
                <a:off x="-2928960" y="-122076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2" name="Google Shape;430;p32"/>
              <p:cNvSpPr/>
              <p:nvPr/>
            </p:nvSpPr>
            <p:spPr>
              <a:xfrm rot="4815600">
                <a:off x="-2922480" y="228024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3" name="Google Shape;431;p32"/>
              <p:cNvSpPr/>
              <p:nvPr/>
            </p:nvSpPr>
            <p:spPr>
              <a:xfrm rot="4815600">
                <a:off x="4245480" y="-2296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4" name="Google Shape;432;p32"/>
              <p:cNvSpPr/>
              <p:nvPr/>
            </p:nvSpPr>
            <p:spPr>
              <a:xfrm rot="4815600">
                <a:off x="818280" y="70560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5" name="Google Shape;433;p32"/>
              <p:cNvSpPr/>
              <p:nvPr/>
            </p:nvSpPr>
            <p:spPr>
              <a:xfrm rot="4815600">
                <a:off x="-117720" y="-30592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86" name="Google Shape;434;p32"/>
            <p:cNvSpPr/>
            <p:nvPr/>
          </p:nvSpPr>
          <p:spPr>
            <a:xfrm rot="4815600">
              <a:off x="2880720" y="-25794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435;p32"/>
            <p:cNvSpPr/>
            <p:nvPr/>
          </p:nvSpPr>
          <p:spPr>
            <a:xfrm rot="4815600">
              <a:off x="4214520" y="31460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88" name="Google Shape;436;p32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2088000" y="678600"/>
            <a:ext cx="4967640" cy="94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0" name="Google Shape;439;p32"/>
          <p:cNvSpPr/>
          <p:nvPr/>
        </p:nvSpPr>
        <p:spPr>
          <a:xfrm>
            <a:off x="2343960" y="3336480"/>
            <a:ext cx="445572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 This presentation template was created by </a:t>
            </a:r>
            <a:r>
              <a:rPr b="1" lang="en" sz="11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including icons, infographics &amp; images by </a:t>
            </a:r>
            <a:r>
              <a:rPr b="1" lang="en" sz="11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291" name="Google Shape;441;p32" descr=""/>
          <p:cNvPicPr/>
          <p:nvPr/>
        </p:nvPicPr>
        <p:blipFill>
          <a:blip r:embed="rId5">
            <a:alphaModFix amt="58000"/>
          </a:blip>
          <a:srcRect l="0" t="15" r="0" b="15"/>
          <a:stretch/>
        </p:blipFill>
        <p:spPr>
          <a:xfrm rot="18577200">
            <a:off x="6403320" y="1937520"/>
            <a:ext cx="2841120" cy="281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Google Shape;442;p32" descr=""/>
          <p:cNvPicPr/>
          <p:nvPr/>
        </p:nvPicPr>
        <p:blipFill>
          <a:blip r:embed="rId6">
            <a:alphaModFix amt="58000"/>
          </a:blip>
          <a:srcRect l="181" t="0" r="181" b="0"/>
          <a:stretch/>
        </p:blipFill>
        <p:spPr>
          <a:xfrm rot="7206000">
            <a:off x="-654480" y="700200"/>
            <a:ext cx="3073320" cy="304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Google Shape;443;p32" descr=""/>
          <p:cNvPicPr/>
          <p:nvPr/>
        </p:nvPicPr>
        <p:blipFill>
          <a:blip r:embed="rId7">
            <a:alphaModFix amt="58000"/>
          </a:blip>
          <a:srcRect l="1293" t="0" r="1287" b="0"/>
          <a:stretch/>
        </p:blipFill>
        <p:spPr>
          <a:xfrm rot="17287200">
            <a:off x="-1060560" y="2286000"/>
            <a:ext cx="2285280" cy="226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Google Shape;444;p32" descr=""/>
          <p:cNvPicPr/>
          <p:nvPr/>
        </p:nvPicPr>
        <p:blipFill>
          <a:blip r:embed="rId8">
            <a:alphaModFix amt="52000"/>
          </a:blip>
          <a:srcRect l="1293" t="0" r="1287" b="0"/>
          <a:stretch/>
        </p:blipFill>
        <p:spPr>
          <a:xfrm rot="7074600">
            <a:off x="7506000" y="789480"/>
            <a:ext cx="2023200" cy="2002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18;p11"/>
          <p:cNvGrpSpPr/>
          <p:nvPr/>
        </p:nvGrpSpPr>
        <p:grpSpPr>
          <a:xfrm>
            <a:off x="-2695680" y="-5216040"/>
            <a:ext cx="14471640" cy="14047200"/>
            <a:chOff x="-2695680" y="-5216040"/>
            <a:chExt cx="14471640" cy="14047200"/>
          </a:xfrm>
        </p:grpSpPr>
        <p:sp>
          <p:nvSpPr>
            <p:cNvPr id="17" name="Google Shape;119;p11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20;p11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21;p11"/>
            <p:cNvSpPr/>
            <p:nvPr/>
          </p:nvSpPr>
          <p:spPr>
            <a:xfrm flipV="1" rot="16784400">
              <a:off x="5088960" y="-2106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22;p11"/>
            <p:cNvSpPr/>
            <p:nvPr/>
          </p:nvSpPr>
          <p:spPr>
            <a:xfrm flipV="1" rot="16784400">
              <a:off x="-153360" y="-46274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23;p11"/>
            <p:cNvSpPr/>
            <p:nvPr/>
          </p:nvSpPr>
          <p:spPr>
            <a:xfrm flipV="1" rot="16784400">
              <a:off x="-1413000" y="2139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2" name="Google Shape;124;p11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56360" y="1649880"/>
            <a:ext cx="7673760" cy="154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71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7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5;p3"/>
          <p:cNvGrpSpPr/>
          <p:nvPr/>
        </p:nvGrpSpPr>
        <p:grpSpPr>
          <a:xfrm>
            <a:off x="-2695680" y="-4649760"/>
            <a:ext cx="15291720" cy="13876560"/>
            <a:chOff x="-2695680" y="-4649760"/>
            <a:chExt cx="15291720" cy="13876560"/>
          </a:xfrm>
        </p:grpSpPr>
        <p:sp>
          <p:nvSpPr>
            <p:cNvPr id="118" name="Google Shape;26;p3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7;p3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8;p3"/>
            <p:cNvSpPr/>
            <p:nvPr/>
          </p:nvSpPr>
          <p:spPr>
            <a:xfrm flipV="1" rot="16784400">
              <a:off x="5148360" y="-294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9;p3"/>
            <p:cNvSpPr/>
            <p:nvPr/>
          </p:nvSpPr>
          <p:spPr>
            <a:xfrm flipV="1" rot="16784400">
              <a:off x="4004280" y="-40611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30;p3"/>
            <p:cNvSpPr/>
            <p:nvPr/>
          </p:nvSpPr>
          <p:spPr>
            <a:xfrm flipV="1" rot="16784400">
              <a:off x="784800" y="2535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23" name="Google Shape;31;p3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952800" y="2469960"/>
            <a:ext cx="4464000" cy="109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title"/>
          </p:nvPr>
        </p:nvSpPr>
        <p:spPr>
          <a:xfrm>
            <a:off x="3952800" y="977400"/>
            <a:ext cx="2066760" cy="127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36;p3"/>
          <p:cNvSpPr/>
          <p:nvPr/>
        </p:nvSpPr>
        <p:spPr>
          <a:xfrm rot="4815600">
            <a:off x="148680" y="253224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27" name="Google Shape;37;p3" descr=""/>
          <p:cNvPicPr/>
          <p:nvPr/>
        </p:nvPicPr>
        <p:blipFill>
          <a:blip r:embed="rId3">
            <a:alphaModFix amt="61000"/>
          </a:blip>
          <a:srcRect l="0" t="15" r="0" b="15"/>
          <a:stretch/>
        </p:blipFill>
        <p:spPr>
          <a:xfrm>
            <a:off x="740520" y="303120"/>
            <a:ext cx="2841120" cy="281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38;p3" descr=""/>
          <p:cNvPicPr/>
          <p:nvPr/>
        </p:nvPicPr>
        <p:blipFill>
          <a:blip r:embed="rId4">
            <a:alphaModFix amt="66000"/>
          </a:blip>
          <a:srcRect l="181" t="0" r="181" b="0"/>
          <a:stretch/>
        </p:blipFill>
        <p:spPr>
          <a:xfrm>
            <a:off x="277920" y="1630080"/>
            <a:ext cx="2616840" cy="2589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261;p22"/>
          <p:cNvGrpSpPr/>
          <p:nvPr/>
        </p:nvGrpSpPr>
        <p:grpSpPr>
          <a:xfrm>
            <a:off x="-2695680" y="-5216040"/>
            <a:ext cx="14471640" cy="14047200"/>
            <a:chOff x="-2695680" y="-5216040"/>
            <a:chExt cx="14471640" cy="14047200"/>
          </a:xfrm>
        </p:grpSpPr>
        <p:sp>
          <p:nvSpPr>
            <p:cNvPr id="144" name="Google Shape;262;p22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263;p22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264;p22"/>
            <p:cNvSpPr/>
            <p:nvPr/>
          </p:nvSpPr>
          <p:spPr>
            <a:xfrm flipV="1" rot="16784400">
              <a:off x="5088960" y="-2106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65;p22"/>
            <p:cNvSpPr/>
            <p:nvPr/>
          </p:nvSpPr>
          <p:spPr>
            <a:xfrm flipV="1" rot="16784400">
              <a:off x="-153360" y="-46274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66;p22"/>
            <p:cNvSpPr/>
            <p:nvPr/>
          </p:nvSpPr>
          <p:spPr>
            <a:xfrm flipV="1" rot="16784400">
              <a:off x="-1413000" y="2139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9" name="Google Shape;267;p22"/>
          <p:cNvSpPr/>
          <p:nvPr/>
        </p:nvSpPr>
        <p:spPr>
          <a:xfrm rot="4815600">
            <a:off x="4079160" y="1599840"/>
            <a:ext cx="6935040" cy="698976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0" name="Google Shape;268;p22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81640" y="1378800"/>
            <a:ext cx="3476160" cy="15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793760" y="619200"/>
            <a:ext cx="2967120" cy="39049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273;p23"/>
          <p:cNvGrpSpPr/>
          <p:nvPr/>
        </p:nvGrpSpPr>
        <p:grpSpPr>
          <a:xfrm>
            <a:off x="-2695680" y="-5216040"/>
            <a:ext cx="14471640" cy="14047200"/>
            <a:chOff x="-2695680" y="-5216040"/>
            <a:chExt cx="14471640" cy="14047200"/>
          </a:xfrm>
        </p:grpSpPr>
        <p:sp>
          <p:nvSpPr>
            <p:cNvPr id="154" name="Google Shape;274;p23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275;p23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276;p23"/>
            <p:cNvSpPr/>
            <p:nvPr/>
          </p:nvSpPr>
          <p:spPr>
            <a:xfrm flipV="1" rot="16784400">
              <a:off x="5088960" y="-2106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277;p23"/>
            <p:cNvSpPr/>
            <p:nvPr/>
          </p:nvSpPr>
          <p:spPr>
            <a:xfrm flipV="1" rot="16784400">
              <a:off x="-153360" y="-46274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78;p23"/>
            <p:cNvSpPr/>
            <p:nvPr/>
          </p:nvSpPr>
          <p:spPr>
            <a:xfrm flipV="1" rot="16784400">
              <a:off x="-1413000" y="2139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59" name="Google Shape;279;p23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1"/>
          <p:cNvSpPr>
            <a:spLocks noGrp="1"/>
          </p:cNvSpPr>
          <p:nvPr>
            <p:ph type="body"/>
          </p:nvPr>
        </p:nvSpPr>
        <p:spPr>
          <a:xfrm>
            <a:off x="4572000" y="1448280"/>
            <a:ext cx="3615120" cy="27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956880" y="1448280"/>
            <a:ext cx="3615120" cy="27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312;p26"/>
          <p:cNvGrpSpPr/>
          <p:nvPr/>
        </p:nvGrpSpPr>
        <p:grpSpPr>
          <a:xfrm>
            <a:off x="-2695680" y="-5216040"/>
            <a:ext cx="14471640" cy="14047200"/>
            <a:chOff x="-2695680" y="-5216040"/>
            <a:chExt cx="14471640" cy="14047200"/>
          </a:xfrm>
        </p:grpSpPr>
        <p:sp>
          <p:nvSpPr>
            <p:cNvPr id="185" name="Google Shape;313;p26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314;p26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315;p26"/>
            <p:cNvSpPr/>
            <p:nvPr/>
          </p:nvSpPr>
          <p:spPr>
            <a:xfrm flipV="1" rot="16784400">
              <a:off x="5088960" y="-2106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316;p26"/>
            <p:cNvSpPr/>
            <p:nvPr/>
          </p:nvSpPr>
          <p:spPr>
            <a:xfrm flipV="1" rot="16784400">
              <a:off x="-153360" y="-46274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317;p26"/>
            <p:cNvSpPr/>
            <p:nvPr/>
          </p:nvSpPr>
          <p:spPr>
            <a:xfrm flipV="1" rot="16784400">
              <a:off x="-1413000" y="2139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90" name="Google Shape;318;p26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03160" y="3312360"/>
            <a:ext cx="243972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title"/>
          </p:nvPr>
        </p:nvSpPr>
        <p:spPr>
          <a:xfrm>
            <a:off x="3351960" y="3312360"/>
            <a:ext cx="243972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720000" y="457200"/>
            <a:ext cx="7667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900760" y="3312360"/>
            <a:ext cx="243972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327;p27"/>
          <p:cNvSpPr/>
          <p:nvPr/>
        </p:nvSpPr>
        <p:spPr>
          <a:xfrm rot="4815600">
            <a:off x="148680" y="253224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96" name="Google Shape;328;p27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7" name="Google Shape;329;p27"/>
          <p:cNvGrpSpPr/>
          <p:nvPr/>
        </p:nvGrpSpPr>
        <p:grpSpPr>
          <a:xfrm>
            <a:off x="-2695680" y="-4649760"/>
            <a:ext cx="15291720" cy="13876560"/>
            <a:chOff x="-2695680" y="-4649760"/>
            <a:chExt cx="15291720" cy="13876560"/>
          </a:xfrm>
        </p:grpSpPr>
        <p:sp>
          <p:nvSpPr>
            <p:cNvPr id="198" name="Google Shape;330;p27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331;p27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332;p27"/>
            <p:cNvSpPr/>
            <p:nvPr/>
          </p:nvSpPr>
          <p:spPr>
            <a:xfrm flipV="1" rot="16784400">
              <a:off x="5148360" y="-294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333;p27"/>
            <p:cNvSpPr/>
            <p:nvPr/>
          </p:nvSpPr>
          <p:spPr>
            <a:xfrm flipV="1" rot="16784400">
              <a:off x="4004280" y="-40611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334;p27"/>
            <p:cNvSpPr/>
            <p:nvPr/>
          </p:nvSpPr>
          <p:spPr>
            <a:xfrm flipV="1" rot="16784400">
              <a:off x="784800" y="2535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712520" y="1640880"/>
            <a:ext cx="2635920" cy="3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title"/>
          </p:nvPr>
        </p:nvSpPr>
        <p:spPr>
          <a:xfrm>
            <a:off x="4784040" y="1640880"/>
            <a:ext cx="2635920" cy="3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title"/>
          </p:nvPr>
        </p:nvSpPr>
        <p:spPr>
          <a:xfrm>
            <a:off x="1712520" y="3450240"/>
            <a:ext cx="2635920" cy="3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title"/>
          </p:nvPr>
        </p:nvSpPr>
        <p:spPr>
          <a:xfrm>
            <a:off x="4784040" y="3450240"/>
            <a:ext cx="2635920" cy="36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51;p5"/>
          <p:cNvGrpSpPr/>
          <p:nvPr/>
        </p:nvGrpSpPr>
        <p:grpSpPr>
          <a:xfrm>
            <a:off x="-2695680" y="-4649760"/>
            <a:ext cx="15291720" cy="13378680"/>
            <a:chOff x="-2695680" y="-4649760"/>
            <a:chExt cx="15291720" cy="13378680"/>
          </a:xfrm>
        </p:grpSpPr>
        <p:sp>
          <p:nvSpPr>
            <p:cNvPr id="313" name="Google Shape;52;p5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53;p5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54;p5"/>
            <p:cNvSpPr/>
            <p:nvPr/>
          </p:nvSpPr>
          <p:spPr>
            <a:xfrm flipV="1" rot="16784400">
              <a:off x="5148360" y="-294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55;p5"/>
            <p:cNvSpPr/>
            <p:nvPr/>
          </p:nvSpPr>
          <p:spPr>
            <a:xfrm flipV="1" rot="16784400">
              <a:off x="4004280" y="-40611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56;p5"/>
            <p:cNvSpPr/>
            <p:nvPr/>
          </p:nvSpPr>
          <p:spPr>
            <a:xfrm flipV="1" rot="16784400">
              <a:off x="3914280" y="20372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18" name="Google Shape;57;p5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Google Shape;58;p5"/>
          <p:cNvSpPr/>
          <p:nvPr/>
        </p:nvSpPr>
        <p:spPr>
          <a:xfrm rot="4815600">
            <a:off x="-1501560" y="248436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537920" y="2126520"/>
            <a:ext cx="2804400" cy="5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title"/>
          </p:nvPr>
        </p:nvSpPr>
        <p:spPr>
          <a:xfrm>
            <a:off x="4782240" y="2126520"/>
            <a:ext cx="2804400" cy="55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2" name="Google Shape;63;p5"/>
          <p:cNvSpPr/>
          <p:nvPr/>
        </p:nvSpPr>
        <p:spPr>
          <a:xfrm flipH="1" rot="5984400">
            <a:off x="-1698480" y="-4380480"/>
            <a:ext cx="7945560" cy="8008560"/>
          </a:xfrm>
          <a:prstGeom prst="ellipse">
            <a:avLst/>
          </a:prstGeom>
          <a:gradFill rotWithShape="0">
            <a:gsLst>
              <a:gs pos="0">
                <a:srgbClr val="9900ff">
                  <a:alpha val="66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75;p7"/>
          <p:cNvGrpSpPr/>
          <p:nvPr/>
        </p:nvGrpSpPr>
        <p:grpSpPr>
          <a:xfrm>
            <a:off x="-2695680" y="-5216040"/>
            <a:ext cx="14471640" cy="14047200"/>
            <a:chOff x="-2695680" y="-5216040"/>
            <a:chExt cx="14471640" cy="14047200"/>
          </a:xfrm>
        </p:grpSpPr>
        <p:sp>
          <p:nvSpPr>
            <p:cNvPr id="333" name="Google Shape;76;p7"/>
            <p:cNvSpPr/>
            <p:nvPr/>
          </p:nvSpPr>
          <p:spPr>
            <a:xfrm flipV="1" rot="16784400">
              <a:off x="-843120" y="-69768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77;p7"/>
            <p:cNvSpPr/>
            <p:nvPr/>
          </p:nvSpPr>
          <p:spPr>
            <a:xfrm flipV="1" rot="16784400">
              <a:off x="-2296080" y="-20368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78;p7"/>
            <p:cNvSpPr/>
            <p:nvPr/>
          </p:nvSpPr>
          <p:spPr>
            <a:xfrm flipV="1" rot="16784400">
              <a:off x="5088960" y="-2106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79;p7"/>
            <p:cNvSpPr/>
            <p:nvPr/>
          </p:nvSpPr>
          <p:spPr>
            <a:xfrm flipV="1" rot="16784400">
              <a:off x="-153360" y="-46274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80;p7"/>
            <p:cNvSpPr/>
            <p:nvPr/>
          </p:nvSpPr>
          <p:spPr>
            <a:xfrm flipV="1" rot="16784400">
              <a:off x="-1413000" y="2139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8" name="Google Shape;81;p7"/>
          <p:cNvSpPr/>
          <p:nvPr/>
        </p:nvSpPr>
        <p:spPr>
          <a:xfrm rot="4815600">
            <a:off x="4079160" y="1599840"/>
            <a:ext cx="6935040" cy="698976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39" name="Google Shape;82;p7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881640" y="1378800"/>
            <a:ext cx="3476160" cy="15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4793760" y="619200"/>
            <a:ext cx="2967120" cy="39049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130;p13"/>
          <p:cNvGrpSpPr/>
          <p:nvPr/>
        </p:nvGrpSpPr>
        <p:grpSpPr>
          <a:xfrm>
            <a:off x="-4423680" y="-4210200"/>
            <a:ext cx="18226800" cy="14425200"/>
            <a:chOff x="-4423680" y="-4210200"/>
            <a:chExt cx="18226800" cy="14425200"/>
          </a:xfrm>
        </p:grpSpPr>
        <p:grpSp>
          <p:nvGrpSpPr>
            <p:cNvPr id="25" name="Google Shape;131;p13"/>
            <p:cNvGrpSpPr/>
            <p:nvPr/>
          </p:nvGrpSpPr>
          <p:grpSpPr>
            <a:xfrm>
              <a:off x="-4423680" y="-4210200"/>
              <a:ext cx="18226800" cy="14425200"/>
              <a:chOff x="-4423680" y="-4210200"/>
              <a:chExt cx="18226800" cy="14425200"/>
            </a:xfrm>
          </p:grpSpPr>
          <p:sp>
            <p:nvSpPr>
              <p:cNvPr id="26" name="Google Shape;132;p13"/>
              <p:cNvSpPr/>
              <p:nvPr/>
            </p:nvSpPr>
            <p:spPr>
              <a:xfrm flipH="1" rot="16784400">
                <a:off x="6062400" y="-372960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133;p13"/>
              <p:cNvSpPr/>
              <p:nvPr/>
            </p:nvSpPr>
            <p:spPr>
              <a:xfrm flipH="1" rot="16784400">
                <a:off x="-1945800" y="-260208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134;p13"/>
              <p:cNvSpPr/>
              <p:nvPr/>
            </p:nvSpPr>
            <p:spPr>
              <a:xfrm flipH="1" rot="16784400">
                <a:off x="-3921120" y="-28044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135;p13"/>
              <p:cNvSpPr/>
              <p:nvPr/>
            </p:nvSpPr>
            <p:spPr>
              <a:xfrm flipH="1" rot="16784400">
                <a:off x="-3704400" y="161748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136;p13"/>
              <p:cNvSpPr/>
              <p:nvPr/>
            </p:nvSpPr>
            <p:spPr>
              <a:xfrm flipH="1" rot="16784400">
                <a:off x="7115760" y="-132264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" name="Google Shape;137;p13"/>
            <p:cNvSpPr/>
            <p:nvPr/>
          </p:nvSpPr>
          <p:spPr>
            <a:xfrm flipH="1" rot="16784400">
              <a:off x="7851960" y="173412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2" name="Google Shape;138;p13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28440" y="1655280"/>
            <a:ext cx="114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928440" y="3552840"/>
            <a:ext cx="114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4594320" y="1655280"/>
            <a:ext cx="114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title"/>
          </p:nvPr>
        </p:nvSpPr>
        <p:spPr>
          <a:xfrm>
            <a:off x="4594320" y="3552840"/>
            <a:ext cx="11440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r">
              <a:lnSpc>
                <a:spcPct val="100000"/>
              </a:lnSpc>
              <a:buNone/>
            </a:pPr>
            <a:r>
              <a:rPr b="0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title"/>
          </p:nvPr>
        </p:nvSpPr>
        <p:spPr>
          <a:xfrm>
            <a:off x="734040" y="457200"/>
            <a:ext cx="7674480" cy="52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179;p16"/>
          <p:cNvGrpSpPr/>
          <p:nvPr/>
        </p:nvGrpSpPr>
        <p:grpSpPr>
          <a:xfrm>
            <a:off x="-2849760" y="-4172760"/>
            <a:ext cx="14588280" cy="13748040"/>
            <a:chOff x="-2849760" y="-4172760"/>
            <a:chExt cx="14588280" cy="13748040"/>
          </a:xfrm>
        </p:grpSpPr>
        <p:grpSp>
          <p:nvGrpSpPr>
            <p:cNvPr id="61" name="Google Shape;180;p16"/>
            <p:cNvGrpSpPr/>
            <p:nvPr/>
          </p:nvGrpSpPr>
          <p:grpSpPr>
            <a:xfrm>
              <a:off x="-2849760" y="-4172760"/>
              <a:ext cx="14389200" cy="13748040"/>
              <a:chOff x="-2849760" y="-4172760"/>
              <a:chExt cx="14389200" cy="13748040"/>
            </a:xfrm>
          </p:grpSpPr>
          <p:sp>
            <p:nvSpPr>
              <p:cNvPr id="62" name="Google Shape;181;p16"/>
              <p:cNvSpPr/>
              <p:nvPr/>
            </p:nvSpPr>
            <p:spPr>
              <a:xfrm flipV="1" rot="16784400">
                <a:off x="-2322000" y="73944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182;p16"/>
              <p:cNvSpPr/>
              <p:nvPr/>
            </p:nvSpPr>
            <p:spPr>
              <a:xfrm flipV="1" rot="16784400">
                <a:off x="-2315520" y="-117936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83;p16"/>
              <p:cNvSpPr/>
              <p:nvPr/>
            </p:nvSpPr>
            <p:spPr>
              <a:xfrm flipV="1" rot="16784400">
                <a:off x="4852440" y="540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84;p16"/>
              <p:cNvSpPr/>
              <p:nvPr/>
            </p:nvSpPr>
            <p:spPr>
              <a:xfrm flipV="1" rot="16784400">
                <a:off x="763920" y="-358416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85;p16"/>
              <p:cNvSpPr/>
              <p:nvPr/>
            </p:nvSpPr>
            <p:spPr>
              <a:xfrm flipV="1" rot="16784400">
                <a:off x="488880" y="288360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7" name="Google Shape;186;p16"/>
            <p:cNvSpPr/>
            <p:nvPr/>
          </p:nvSpPr>
          <p:spPr>
            <a:xfrm flipV="1" rot="16784400">
              <a:off x="3146760" y="-24080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187;p16"/>
            <p:cNvSpPr/>
            <p:nvPr/>
          </p:nvSpPr>
          <p:spPr>
            <a:xfrm flipV="1" rot="16784400">
              <a:off x="-300960" y="-141768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69" name="Google Shape;188;p16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56080" y="457200"/>
            <a:ext cx="74307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191;p17"/>
          <p:cNvGrpSpPr/>
          <p:nvPr/>
        </p:nvGrpSpPr>
        <p:grpSpPr>
          <a:xfrm>
            <a:off x="-3456360" y="-3517560"/>
            <a:ext cx="14929200" cy="12820680"/>
            <a:chOff x="-3456360" y="-3517560"/>
            <a:chExt cx="14929200" cy="12820680"/>
          </a:xfrm>
        </p:grpSpPr>
        <p:grpSp>
          <p:nvGrpSpPr>
            <p:cNvPr id="72" name="Google Shape;192;p17"/>
            <p:cNvGrpSpPr/>
            <p:nvPr/>
          </p:nvGrpSpPr>
          <p:grpSpPr>
            <a:xfrm>
              <a:off x="-2916000" y="-3517560"/>
              <a:ext cx="14388840" cy="12820680"/>
              <a:chOff x="-2916000" y="-3517560"/>
              <a:chExt cx="14388840" cy="12820680"/>
            </a:xfrm>
          </p:grpSpPr>
          <p:sp>
            <p:nvSpPr>
              <p:cNvPr id="73" name="Google Shape;193;p17"/>
              <p:cNvSpPr/>
              <p:nvPr/>
            </p:nvSpPr>
            <p:spPr>
              <a:xfrm flipH="1" rot="16784400">
                <a:off x="4458240" y="-122076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194;p17"/>
              <p:cNvSpPr/>
              <p:nvPr/>
            </p:nvSpPr>
            <p:spPr>
              <a:xfrm flipH="1" rot="16784400">
                <a:off x="6020640" y="228024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195;p17"/>
              <p:cNvSpPr/>
              <p:nvPr/>
            </p:nvSpPr>
            <p:spPr>
              <a:xfrm flipH="1" rot="16784400">
                <a:off x="-2413440" y="-2296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96;p17"/>
              <p:cNvSpPr/>
              <p:nvPr/>
            </p:nvSpPr>
            <p:spPr>
              <a:xfrm flipH="1" rot="16784400">
                <a:off x="-748800" y="70560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7" name="Google Shape;197;p17"/>
              <p:cNvSpPr/>
              <p:nvPr/>
            </p:nvSpPr>
            <p:spPr>
              <a:xfrm flipH="1" rot="16784400">
                <a:off x="1949400" y="-30592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78" name="Google Shape;198;p17"/>
            <p:cNvSpPr/>
            <p:nvPr/>
          </p:nvSpPr>
          <p:spPr>
            <a:xfrm flipH="1" rot="16784400">
              <a:off x="-2810880" y="-25794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199;p17"/>
            <p:cNvSpPr/>
            <p:nvPr/>
          </p:nvSpPr>
          <p:spPr>
            <a:xfrm flipH="1" rot="16784400">
              <a:off x="-1116720" y="31460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80" name="Google Shape;200;p17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56080" y="457200"/>
            <a:ext cx="74307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217;p19"/>
          <p:cNvGrpSpPr/>
          <p:nvPr/>
        </p:nvGrpSpPr>
        <p:grpSpPr>
          <a:xfrm>
            <a:off x="-4537080" y="-5036040"/>
            <a:ext cx="20176920" cy="14919480"/>
            <a:chOff x="-4537080" y="-5036040"/>
            <a:chExt cx="20176920" cy="14919480"/>
          </a:xfrm>
        </p:grpSpPr>
        <p:sp>
          <p:nvSpPr>
            <p:cNvPr id="94" name="Google Shape;218;p19"/>
            <p:cNvSpPr/>
            <p:nvPr/>
          </p:nvSpPr>
          <p:spPr>
            <a:xfrm flipH="1" rot="19006200">
              <a:off x="6029280" y="-667080"/>
              <a:ext cx="7945560" cy="800892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95" name="Google Shape;219;p19"/>
            <p:cNvGrpSpPr/>
            <p:nvPr/>
          </p:nvGrpSpPr>
          <p:grpSpPr>
            <a:xfrm>
              <a:off x="-4537080" y="-5036040"/>
              <a:ext cx="16016760" cy="14919480"/>
              <a:chOff x="-4537080" y="-5036040"/>
              <a:chExt cx="16016760" cy="14919480"/>
            </a:xfrm>
          </p:grpSpPr>
          <p:sp>
            <p:nvSpPr>
              <p:cNvPr id="96" name="Google Shape;220;p19"/>
              <p:cNvSpPr/>
              <p:nvPr/>
            </p:nvSpPr>
            <p:spPr>
              <a:xfrm flipV="1" rot="8206800">
                <a:off x="3633840" y="-35604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221;p19"/>
              <p:cNvSpPr/>
              <p:nvPr/>
            </p:nvSpPr>
            <p:spPr>
              <a:xfrm flipV="1" rot="8206800">
                <a:off x="3408120" y="306792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222;p19"/>
              <p:cNvSpPr/>
              <p:nvPr/>
            </p:nvSpPr>
            <p:spPr>
              <a:xfrm flipV="1" rot="8206800">
                <a:off x="-2325960" y="-37641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223;p19"/>
              <p:cNvSpPr/>
              <p:nvPr/>
            </p:nvSpPr>
            <p:spPr>
              <a:xfrm flipV="1" rot="8206800">
                <a:off x="-2872440" y="240120"/>
                <a:ext cx="7945560" cy="800892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224;p19"/>
              <p:cNvSpPr/>
              <p:nvPr/>
            </p:nvSpPr>
            <p:spPr>
              <a:xfrm flipV="1" rot="8206800">
                <a:off x="2861280" y="-33951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pic>
        <p:nvPicPr>
          <p:cNvPr id="101" name="Google Shape;225;p19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67080" y="1056600"/>
            <a:ext cx="7809120" cy="87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230;p20"/>
          <p:cNvGrpSpPr/>
          <p:nvPr/>
        </p:nvGrpSpPr>
        <p:grpSpPr>
          <a:xfrm>
            <a:off x="-3456360" y="-3517560"/>
            <a:ext cx="14929200" cy="12820680"/>
            <a:chOff x="-3456360" y="-3517560"/>
            <a:chExt cx="14929200" cy="12820680"/>
          </a:xfrm>
        </p:grpSpPr>
        <p:grpSp>
          <p:nvGrpSpPr>
            <p:cNvPr id="104" name="Google Shape;231;p20"/>
            <p:cNvGrpSpPr/>
            <p:nvPr/>
          </p:nvGrpSpPr>
          <p:grpSpPr>
            <a:xfrm>
              <a:off x="-2916000" y="-3517560"/>
              <a:ext cx="14388840" cy="12820680"/>
              <a:chOff x="-2916000" y="-3517560"/>
              <a:chExt cx="14388840" cy="12820680"/>
            </a:xfrm>
          </p:grpSpPr>
          <p:sp>
            <p:nvSpPr>
              <p:cNvPr id="105" name="Google Shape;232;p20"/>
              <p:cNvSpPr/>
              <p:nvPr/>
            </p:nvSpPr>
            <p:spPr>
              <a:xfrm flipH="1" rot="16784400">
                <a:off x="4458240" y="-122076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233;p20"/>
              <p:cNvSpPr/>
              <p:nvPr/>
            </p:nvSpPr>
            <p:spPr>
              <a:xfrm flipH="1" rot="16784400">
                <a:off x="6020640" y="228024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234;p20"/>
              <p:cNvSpPr/>
              <p:nvPr/>
            </p:nvSpPr>
            <p:spPr>
              <a:xfrm flipH="1" rot="16784400">
                <a:off x="-2413440" y="-2296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235;p20"/>
              <p:cNvSpPr/>
              <p:nvPr/>
            </p:nvSpPr>
            <p:spPr>
              <a:xfrm flipH="1" rot="16784400">
                <a:off x="-748800" y="70560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236;p20"/>
              <p:cNvSpPr/>
              <p:nvPr/>
            </p:nvSpPr>
            <p:spPr>
              <a:xfrm flipH="1" rot="16784400">
                <a:off x="1949400" y="-30592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0" name="Google Shape;237;p20"/>
            <p:cNvSpPr/>
            <p:nvPr/>
          </p:nvSpPr>
          <p:spPr>
            <a:xfrm flipH="1" rot="16784400">
              <a:off x="-2810880" y="-25794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38;p20"/>
            <p:cNvSpPr/>
            <p:nvPr/>
          </p:nvSpPr>
          <p:spPr>
            <a:xfrm flipH="1" rot="16784400">
              <a:off x="-1116720" y="31460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12" name="Google Shape;239;p20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35120" y="1725480"/>
            <a:ext cx="42278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4" name="Google Shape;242;p20" descr=""/>
          <p:cNvPicPr/>
          <p:nvPr/>
        </p:nvPicPr>
        <p:blipFill>
          <a:blip r:embed="rId3">
            <a:alphaModFix amt="62000"/>
          </a:blip>
          <a:srcRect l="0" t="15" r="0" b="15"/>
          <a:stretch/>
        </p:blipFill>
        <p:spPr>
          <a:xfrm rot="19678800">
            <a:off x="4536360" y="1983240"/>
            <a:ext cx="3144600" cy="311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43;p20" descr=""/>
          <p:cNvPicPr/>
          <p:nvPr/>
        </p:nvPicPr>
        <p:blipFill>
          <a:blip r:embed="rId4">
            <a:alphaModFix amt="68000"/>
          </a:blip>
          <a:srcRect l="0" t="2607" r="0" b="2607"/>
          <a:stretch/>
        </p:blipFill>
        <p:spPr>
          <a:xfrm rot="19678800">
            <a:off x="5297040" y="275040"/>
            <a:ext cx="3144600" cy="311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2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284;p24"/>
          <p:cNvGrpSpPr/>
          <p:nvPr/>
        </p:nvGrpSpPr>
        <p:grpSpPr>
          <a:xfrm>
            <a:off x="-2695680" y="-5214960"/>
            <a:ext cx="14472000" cy="14046480"/>
            <a:chOff x="-2695680" y="-5214960"/>
            <a:chExt cx="14472000" cy="14046480"/>
          </a:xfrm>
        </p:grpSpPr>
        <p:sp>
          <p:nvSpPr>
            <p:cNvPr id="164" name="Google Shape;285;p24"/>
            <p:cNvSpPr/>
            <p:nvPr/>
          </p:nvSpPr>
          <p:spPr>
            <a:xfrm rot="15615600">
              <a:off x="3436560" y="-69696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286;p24"/>
            <p:cNvSpPr/>
            <p:nvPr/>
          </p:nvSpPr>
          <p:spPr>
            <a:xfrm rot="15615600">
              <a:off x="6459120" y="-203616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287;p24"/>
            <p:cNvSpPr/>
            <p:nvPr/>
          </p:nvSpPr>
          <p:spPr>
            <a:xfrm rot="15615600">
              <a:off x="-2192760" y="-21056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88;p24"/>
            <p:cNvSpPr/>
            <p:nvPr/>
          </p:nvSpPr>
          <p:spPr>
            <a:xfrm rot="15615600">
              <a:off x="1288440" y="-46263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289;p24"/>
            <p:cNvSpPr/>
            <p:nvPr/>
          </p:nvSpPr>
          <p:spPr>
            <a:xfrm rot="15615600">
              <a:off x="4309200" y="214020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69" name="Google Shape;290;p24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274720" y="1709280"/>
            <a:ext cx="3045600" cy="4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title"/>
          </p:nvPr>
        </p:nvSpPr>
        <p:spPr>
          <a:xfrm>
            <a:off x="815760" y="3189600"/>
            <a:ext cx="3045600" cy="4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297;p25"/>
          <p:cNvGrpSpPr/>
          <p:nvPr/>
        </p:nvGrpSpPr>
        <p:grpSpPr>
          <a:xfrm>
            <a:off x="-2805120" y="-4676760"/>
            <a:ext cx="14472000" cy="14046480"/>
            <a:chOff x="-2805120" y="-4676760"/>
            <a:chExt cx="14472000" cy="14046480"/>
          </a:xfrm>
        </p:grpSpPr>
        <p:sp>
          <p:nvSpPr>
            <p:cNvPr id="174" name="Google Shape;298;p25"/>
            <p:cNvSpPr/>
            <p:nvPr/>
          </p:nvSpPr>
          <p:spPr>
            <a:xfrm rot="4815600">
              <a:off x="-952200" y="-168624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299;p25"/>
            <p:cNvSpPr/>
            <p:nvPr/>
          </p:nvSpPr>
          <p:spPr>
            <a:xfrm rot="4815600">
              <a:off x="-2405160" y="123480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00;p25"/>
            <p:cNvSpPr/>
            <p:nvPr/>
          </p:nvSpPr>
          <p:spPr>
            <a:xfrm rot="4815600">
              <a:off x="4979880" y="27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301;p25"/>
            <p:cNvSpPr/>
            <p:nvPr/>
          </p:nvSpPr>
          <p:spPr>
            <a:xfrm rot="4815600">
              <a:off x="-262440" y="7725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302;p25"/>
            <p:cNvSpPr/>
            <p:nvPr/>
          </p:nvSpPr>
          <p:spPr>
            <a:xfrm rot="4815600">
              <a:off x="-1522080" y="-4218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79" name="Google Shape;303;p25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5560" y="2453040"/>
            <a:ext cx="230544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title"/>
          </p:nvPr>
        </p:nvSpPr>
        <p:spPr>
          <a:xfrm>
            <a:off x="3419280" y="2453040"/>
            <a:ext cx="230544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title"/>
          </p:nvPr>
        </p:nvSpPr>
        <p:spPr>
          <a:xfrm>
            <a:off x="6002640" y="2453040"/>
            <a:ext cx="2305440" cy="3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345;p28"/>
          <p:cNvGrpSpPr/>
          <p:nvPr/>
        </p:nvGrpSpPr>
        <p:grpSpPr>
          <a:xfrm>
            <a:off x="-2695680" y="-4648680"/>
            <a:ext cx="15292080" cy="13875840"/>
            <a:chOff x="-2695680" y="-4648680"/>
            <a:chExt cx="15292080" cy="13875840"/>
          </a:xfrm>
        </p:grpSpPr>
        <p:sp>
          <p:nvSpPr>
            <p:cNvPr id="209" name="Google Shape;346;p28"/>
            <p:cNvSpPr/>
            <p:nvPr/>
          </p:nvSpPr>
          <p:spPr>
            <a:xfrm rot="15615600">
              <a:off x="4256640" y="-69696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347;p28"/>
            <p:cNvSpPr/>
            <p:nvPr/>
          </p:nvSpPr>
          <p:spPr>
            <a:xfrm rot="15615600">
              <a:off x="7279200" y="-203616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348;p28"/>
            <p:cNvSpPr/>
            <p:nvPr/>
          </p:nvSpPr>
          <p:spPr>
            <a:xfrm rot="15615600">
              <a:off x="-1432080" y="-29340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49;p28"/>
            <p:cNvSpPr/>
            <p:nvPr/>
          </p:nvSpPr>
          <p:spPr>
            <a:xfrm rot="15615600">
              <a:off x="-2049480" y="-406008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350;p28"/>
            <p:cNvSpPr/>
            <p:nvPr/>
          </p:nvSpPr>
          <p:spPr>
            <a:xfrm rot="15615600">
              <a:off x="2931120" y="25358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4" name="Google Shape;351;p28"/>
          <p:cNvSpPr/>
          <p:nvPr/>
        </p:nvSpPr>
        <p:spPr>
          <a:xfrm flipH="1" rot="16784400">
            <a:off x="4833360" y="253224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15" name="Google Shape;352;p28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68400" y="1835640"/>
            <a:ext cx="23220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title"/>
          </p:nvPr>
        </p:nvSpPr>
        <p:spPr>
          <a:xfrm>
            <a:off x="3411000" y="1835640"/>
            <a:ext cx="23220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title"/>
          </p:nvPr>
        </p:nvSpPr>
        <p:spPr>
          <a:xfrm>
            <a:off x="5853240" y="1835640"/>
            <a:ext cx="2322000" cy="3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title"/>
          </p:nvPr>
        </p:nvSpPr>
        <p:spPr>
          <a:xfrm>
            <a:off x="2189520" y="3562920"/>
            <a:ext cx="232200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title"/>
          </p:nvPr>
        </p:nvSpPr>
        <p:spPr>
          <a:xfrm>
            <a:off x="4632120" y="3562920"/>
            <a:ext cx="232200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365;p29"/>
          <p:cNvGrpSpPr/>
          <p:nvPr/>
        </p:nvGrpSpPr>
        <p:grpSpPr>
          <a:xfrm>
            <a:off x="-2791440" y="-4001400"/>
            <a:ext cx="15292080" cy="13875840"/>
            <a:chOff x="-2791440" y="-4001400"/>
            <a:chExt cx="15292080" cy="13875840"/>
          </a:xfrm>
        </p:grpSpPr>
        <p:sp>
          <p:nvSpPr>
            <p:cNvPr id="223" name="Google Shape;366;p29"/>
            <p:cNvSpPr/>
            <p:nvPr/>
          </p:nvSpPr>
          <p:spPr>
            <a:xfrm rot="4815600">
              <a:off x="-938520" y="-61524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367;p29"/>
            <p:cNvSpPr/>
            <p:nvPr/>
          </p:nvSpPr>
          <p:spPr>
            <a:xfrm rot="4815600">
              <a:off x="-2391480" y="230580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368;p29"/>
            <p:cNvSpPr/>
            <p:nvPr/>
          </p:nvSpPr>
          <p:spPr>
            <a:xfrm rot="4815600">
              <a:off x="5052960" y="-7135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369;p29"/>
            <p:cNvSpPr/>
            <p:nvPr/>
          </p:nvSpPr>
          <p:spPr>
            <a:xfrm rot="4815600">
              <a:off x="3908880" y="127728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370;p29"/>
            <p:cNvSpPr/>
            <p:nvPr/>
          </p:nvSpPr>
          <p:spPr>
            <a:xfrm rot="4815600">
              <a:off x="689400" y="-3543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28" name="Google Shape;371;p29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Google Shape;372;p29"/>
          <p:cNvSpPr/>
          <p:nvPr/>
        </p:nvSpPr>
        <p:spPr>
          <a:xfrm flipH="1" rot="5984400">
            <a:off x="53640" y="-226260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200600" y="129312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title"/>
          </p:nvPr>
        </p:nvSpPr>
        <p:spPr>
          <a:xfrm>
            <a:off x="1200600" y="243900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title"/>
          </p:nvPr>
        </p:nvSpPr>
        <p:spPr>
          <a:xfrm>
            <a:off x="1200600" y="358524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title"/>
          </p:nvPr>
        </p:nvSpPr>
        <p:spPr>
          <a:xfrm>
            <a:off x="5646600" y="129312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title"/>
          </p:nvPr>
        </p:nvSpPr>
        <p:spPr>
          <a:xfrm>
            <a:off x="5646600" y="243936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 type="title"/>
          </p:nvPr>
        </p:nvSpPr>
        <p:spPr>
          <a:xfrm>
            <a:off x="5646600" y="3588120"/>
            <a:ext cx="2296440" cy="3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7"/>
          <p:cNvSpPr>
            <a:spLocks noGrp="1"/>
          </p:cNvSpPr>
          <p:nvPr>
            <p:ph type="title"/>
          </p:nvPr>
        </p:nvSpPr>
        <p:spPr>
          <a:xfrm>
            <a:off x="720000" y="457200"/>
            <a:ext cx="7703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387;p30"/>
          <p:cNvGrpSpPr/>
          <p:nvPr/>
        </p:nvGrpSpPr>
        <p:grpSpPr>
          <a:xfrm>
            <a:off x="-1967760" y="-3531240"/>
            <a:ext cx="14388840" cy="13038840"/>
            <a:chOff x="-1967760" y="-3531240"/>
            <a:chExt cx="14388840" cy="13038840"/>
          </a:xfrm>
        </p:grpSpPr>
        <p:grpSp>
          <p:nvGrpSpPr>
            <p:cNvPr id="238" name="Google Shape;388;p30"/>
            <p:cNvGrpSpPr/>
            <p:nvPr/>
          </p:nvGrpSpPr>
          <p:grpSpPr>
            <a:xfrm>
              <a:off x="-1967760" y="-3531240"/>
              <a:ext cx="14388840" cy="13038840"/>
              <a:chOff x="-1967760" y="-3531240"/>
              <a:chExt cx="14388840" cy="13038840"/>
            </a:xfrm>
          </p:grpSpPr>
          <p:sp>
            <p:nvSpPr>
              <p:cNvPr id="239" name="Google Shape;389;p30"/>
              <p:cNvSpPr/>
              <p:nvPr/>
            </p:nvSpPr>
            <p:spPr>
              <a:xfrm flipH="1" rot="16784400">
                <a:off x="5406480" y="-123444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0" name="Google Shape;390;p30"/>
              <p:cNvSpPr/>
              <p:nvPr/>
            </p:nvSpPr>
            <p:spPr>
              <a:xfrm flipH="1" rot="16784400">
                <a:off x="5427000" y="234828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1" name="Google Shape;391;p30"/>
              <p:cNvSpPr/>
              <p:nvPr/>
            </p:nvSpPr>
            <p:spPr>
              <a:xfrm flipH="1" rot="16784400">
                <a:off x="-1465200" y="-2433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2" name="Google Shape;392;p30"/>
              <p:cNvSpPr/>
              <p:nvPr/>
            </p:nvSpPr>
            <p:spPr>
              <a:xfrm flipH="1" rot="16784400">
                <a:off x="1481400" y="91008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3" name="Google Shape;393;p30"/>
              <p:cNvSpPr/>
              <p:nvPr/>
            </p:nvSpPr>
            <p:spPr>
              <a:xfrm flipH="1" rot="16784400">
                <a:off x="2897640" y="-307296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44" name="Google Shape;394;p30"/>
            <p:cNvSpPr/>
            <p:nvPr/>
          </p:nvSpPr>
          <p:spPr>
            <a:xfrm flipH="1" rot="16784400">
              <a:off x="-168480" y="313236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5" name="Google Shape;395;p30"/>
          <p:cNvSpPr/>
          <p:nvPr/>
        </p:nvSpPr>
        <p:spPr>
          <a:xfrm flipH="1" rot="16784400">
            <a:off x="-2108880" y="-3286800"/>
            <a:ext cx="6486840" cy="6538320"/>
          </a:xfrm>
          <a:prstGeom prst="ellipse">
            <a:avLst/>
          </a:prstGeom>
          <a:gradFill rotWithShape="0">
            <a:gsLst>
              <a:gs pos="0">
                <a:srgbClr val="1645d3">
                  <a:alpha val="70000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46" name="Google Shape;396;p30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Google Shape;397;p30"/>
          <p:cNvSpPr/>
          <p:nvPr/>
        </p:nvSpPr>
        <p:spPr>
          <a:xfrm flipH="1" rot="16784400">
            <a:off x="-1781640" y="-2959200"/>
            <a:ext cx="6184080" cy="6233040"/>
          </a:xfrm>
          <a:prstGeom prst="ellipse">
            <a:avLst/>
          </a:prstGeom>
          <a:gradFill rotWithShape="0">
            <a:gsLst>
              <a:gs pos="0">
                <a:srgbClr val="8ac1dc">
                  <a:alpha val="70000"/>
                </a:srgbClr>
              </a:gs>
              <a:gs pos="63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2154960" y="658080"/>
            <a:ext cx="483624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title"/>
          </p:nvPr>
        </p:nvSpPr>
        <p:spPr>
          <a:xfrm>
            <a:off x="2154960" y="2065680"/>
            <a:ext cx="483624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title"/>
          </p:nvPr>
        </p:nvSpPr>
        <p:spPr>
          <a:xfrm>
            <a:off x="2154960" y="3473280"/>
            <a:ext cx="4836240" cy="76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i="1" lang="fr-FR" sz="38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xx%</a:t>
            </a:r>
            <a:endParaRPr b="0" lang="fr-FR" sz="3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40;p4"/>
          <p:cNvGrpSpPr/>
          <p:nvPr/>
        </p:nvGrpSpPr>
        <p:grpSpPr>
          <a:xfrm>
            <a:off x="-3428640" y="-4648680"/>
            <a:ext cx="15292080" cy="13875840"/>
            <a:chOff x="-3428640" y="-4648680"/>
            <a:chExt cx="15292080" cy="13875840"/>
          </a:xfrm>
        </p:grpSpPr>
        <p:sp>
          <p:nvSpPr>
            <p:cNvPr id="252" name="Google Shape;41;p4"/>
            <p:cNvSpPr/>
            <p:nvPr/>
          </p:nvSpPr>
          <p:spPr>
            <a:xfrm rot="15615600">
              <a:off x="3523680" y="-69696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42;p4"/>
            <p:cNvSpPr/>
            <p:nvPr/>
          </p:nvSpPr>
          <p:spPr>
            <a:xfrm rot="15615600">
              <a:off x="6546240" y="-203616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43;p4"/>
            <p:cNvSpPr/>
            <p:nvPr/>
          </p:nvSpPr>
          <p:spPr>
            <a:xfrm rot="15615600">
              <a:off x="-2165040" y="-29340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44;p4"/>
            <p:cNvSpPr/>
            <p:nvPr/>
          </p:nvSpPr>
          <p:spPr>
            <a:xfrm rot="15615600">
              <a:off x="-2782440" y="-406008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45;p4"/>
            <p:cNvSpPr/>
            <p:nvPr/>
          </p:nvSpPr>
          <p:spPr>
            <a:xfrm rot="15615600">
              <a:off x="2198160" y="25358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257" name="Google Shape;46;p4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Google Shape;47;p4"/>
          <p:cNvSpPr/>
          <p:nvPr/>
        </p:nvSpPr>
        <p:spPr>
          <a:xfrm flipH="1" rot="16784400">
            <a:off x="4100400" y="253224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49880" y="457200"/>
            <a:ext cx="76442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49880" y="1000440"/>
            <a:ext cx="764424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446;p33"/>
          <p:cNvGrpSpPr/>
          <p:nvPr/>
        </p:nvGrpSpPr>
        <p:grpSpPr>
          <a:xfrm>
            <a:off x="-2805120" y="-4676760"/>
            <a:ext cx="14472000" cy="14046480"/>
            <a:chOff x="-2805120" y="-4676760"/>
            <a:chExt cx="14472000" cy="14046480"/>
          </a:xfrm>
        </p:grpSpPr>
        <p:sp>
          <p:nvSpPr>
            <p:cNvPr id="296" name="Google Shape;447;p33"/>
            <p:cNvSpPr/>
            <p:nvPr/>
          </p:nvSpPr>
          <p:spPr>
            <a:xfrm rot="4815600">
              <a:off x="-952200" y="-168624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448;p33"/>
            <p:cNvSpPr/>
            <p:nvPr/>
          </p:nvSpPr>
          <p:spPr>
            <a:xfrm rot="4815600">
              <a:off x="-2405160" y="123480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449;p33"/>
            <p:cNvSpPr/>
            <p:nvPr/>
          </p:nvSpPr>
          <p:spPr>
            <a:xfrm rot="4815600">
              <a:off x="4979880" y="2736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450;p33"/>
            <p:cNvSpPr/>
            <p:nvPr/>
          </p:nvSpPr>
          <p:spPr>
            <a:xfrm rot="4815600">
              <a:off x="-262440" y="7725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451;p33"/>
            <p:cNvSpPr/>
            <p:nvPr/>
          </p:nvSpPr>
          <p:spPr>
            <a:xfrm rot="4815600">
              <a:off x="-1522080" y="-421848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01" name="Google Shape;452;p33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_1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454;p34"/>
          <p:cNvGrpSpPr/>
          <p:nvPr/>
        </p:nvGrpSpPr>
        <p:grpSpPr>
          <a:xfrm>
            <a:off x="-3456360" y="-3517560"/>
            <a:ext cx="14929200" cy="12820680"/>
            <a:chOff x="-3456360" y="-3517560"/>
            <a:chExt cx="14929200" cy="12820680"/>
          </a:xfrm>
        </p:grpSpPr>
        <p:grpSp>
          <p:nvGrpSpPr>
            <p:cNvPr id="303" name="Google Shape;455;p34"/>
            <p:cNvGrpSpPr/>
            <p:nvPr/>
          </p:nvGrpSpPr>
          <p:grpSpPr>
            <a:xfrm>
              <a:off x="-2916000" y="-3517560"/>
              <a:ext cx="14388840" cy="12820680"/>
              <a:chOff x="-2916000" y="-3517560"/>
              <a:chExt cx="14388840" cy="12820680"/>
            </a:xfrm>
          </p:grpSpPr>
          <p:sp>
            <p:nvSpPr>
              <p:cNvPr id="304" name="Google Shape;456;p34"/>
              <p:cNvSpPr/>
              <p:nvPr/>
            </p:nvSpPr>
            <p:spPr>
              <a:xfrm flipH="1" rot="16784400">
                <a:off x="4458240" y="-122076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5" name="Google Shape;457;p34"/>
              <p:cNvSpPr/>
              <p:nvPr/>
            </p:nvSpPr>
            <p:spPr>
              <a:xfrm flipH="1" rot="16784400">
                <a:off x="6020640" y="228024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6" name="Google Shape;458;p34"/>
              <p:cNvSpPr/>
              <p:nvPr/>
            </p:nvSpPr>
            <p:spPr>
              <a:xfrm flipH="1" rot="16784400">
                <a:off x="-2413440" y="-2296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7" name="Google Shape;459;p34"/>
              <p:cNvSpPr/>
              <p:nvPr/>
            </p:nvSpPr>
            <p:spPr>
              <a:xfrm flipH="1" rot="16784400">
                <a:off x="-748800" y="70560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8" name="Google Shape;460;p34"/>
              <p:cNvSpPr/>
              <p:nvPr/>
            </p:nvSpPr>
            <p:spPr>
              <a:xfrm flipH="1" rot="16784400">
                <a:off x="1949400" y="-30592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09" name="Google Shape;461;p34"/>
            <p:cNvSpPr/>
            <p:nvPr/>
          </p:nvSpPr>
          <p:spPr>
            <a:xfrm flipH="1" rot="16784400">
              <a:off x="-2810880" y="-257940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462;p34"/>
            <p:cNvSpPr/>
            <p:nvPr/>
          </p:nvSpPr>
          <p:spPr>
            <a:xfrm flipH="1" rot="16784400">
              <a:off x="-1116720" y="314604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11" name="Google Shape;463;p34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65;p6"/>
          <p:cNvSpPr/>
          <p:nvPr/>
        </p:nvSpPr>
        <p:spPr>
          <a:xfrm flipH="1" rot="5984400">
            <a:off x="-1501560" y="-2992320"/>
            <a:ext cx="4917240" cy="4956120"/>
          </a:xfrm>
          <a:prstGeom prst="ellipse">
            <a:avLst/>
          </a:prstGeom>
          <a:gradFill rotWithShape="0">
            <a:gsLst>
              <a:gs pos="0">
                <a:srgbClr val="e0fe68">
                  <a:alpha val="52000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4" name="Google Shape;66;p6"/>
          <p:cNvGrpSpPr/>
          <p:nvPr/>
        </p:nvGrpSpPr>
        <p:grpSpPr>
          <a:xfrm>
            <a:off x="-2696040" y="-4281120"/>
            <a:ext cx="15292080" cy="13377960"/>
            <a:chOff x="-2696040" y="-4281120"/>
            <a:chExt cx="15292080" cy="13377960"/>
          </a:xfrm>
        </p:grpSpPr>
        <p:sp>
          <p:nvSpPr>
            <p:cNvPr id="325" name="Google Shape;67;p6"/>
            <p:cNvSpPr/>
            <p:nvPr/>
          </p:nvSpPr>
          <p:spPr>
            <a:xfrm rot="4815600">
              <a:off x="-843120" y="-139320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68;p6"/>
            <p:cNvSpPr/>
            <p:nvPr/>
          </p:nvSpPr>
          <p:spPr>
            <a:xfrm rot="4815600">
              <a:off x="-2296080" y="152820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69;p6"/>
            <p:cNvSpPr/>
            <p:nvPr/>
          </p:nvSpPr>
          <p:spPr>
            <a:xfrm rot="4815600">
              <a:off x="5148360" y="-149112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70;p6"/>
            <p:cNvSpPr/>
            <p:nvPr/>
          </p:nvSpPr>
          <p:spPr>
            <a:xfrm rot="4815600">
              <a:off x="4004280" y="49968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71;p6"/>
            <p:cNvSpPr/>
            <p:nvPr/>
          </p:nvSpPr>
          <p:spPr>
            <a:xfrm rot="4815600">
              <a:off x="3914280" y="-38228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30" name="Google Shape;72;p6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856080" y="457200"/>
            <a:ext cx="74307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87;p8"/>
          <p:cNvGrpSpPr/>
          <p:nvPr/>
        </p:nvGrpSpPr>
        <p:grpSpPr>
          <a:xfrm>
            <a:off x="-3268800" y="-4593960"/>
            <a:ext cx="14472000" cy="14046120"/>
            <a:chOff x="-3268800" y="-4593960"/>
            <a:chExt cx="14472000" cy="14046120"/>
          </a:xfrm>
        </p:grpSpPr>
        <p:sp>
          <p:nvSpPr>
            <p:cNvPr id="343" name="Google Shape;88;p8"/>
            <p:cNvSpPr/>
            <p:nvPr/>
          </p:nvSpPr>
          <p:spPr>
            <a:xfrm rot="15615600">
              <a:off x="2863440" y="-75960"/>
              <a:ext cx="6486840" cy="6538320"/>
            </a:xfrm>
            <a:prstGeom prst="ellipse">
              <a:avLst/>
            </a:prstGeom>
            <a:gradFill rotWithShape="0">
              <a:gsLst>
                <a:gs pos="0">
                  <a:srgbClr val="1645d3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89;p8"/>
            <p:cNvSpPr/>
            <p:nvPr/>
          </p:nvSpPr>
          <p:spPr>
            <a:xfrm rot="15615600">
              <a:off x="5886000" y="-1415520"/>
              <a:ext cx="4917240" cy="4956120"/>
            </a:xfrm>
            <a:prstGeom prst="ellipse">
              <a:avLst/>
            </a:prstGeom>
            <a:gradFill rotWithShape="0">
              <a:gsLst>
                <a:gs pos="0">
                  <a:srgbClr val="e0fe68">
                    <a:alpha val="52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90;p8"/>
            <p:cNvSpPr/>
            <p:nvPr/>
          </p:nvSpPr>
          <p:spPr>
            <a:xfrm rot="15615600">
              <a:off x="-2765880" y="-148500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91;p8"/>
            <p:cNvSpPr/>
            <p:nvPr/>
          </p:nvSpPr>
          <p:spPr>
            <a:xfrm rot="15615600">
              <a:off x="715320" y="-400536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92;p8"/>
            <p:cNvSpPr/>
            <p:nvPr/>
          </p:nvSpPr>
          <p:spPr>
            <a:xfrm rot="15615600">
              <a:off x="3736440" y="2760840"/>
              <a:ext cx="6184080" cy="6233040"/>
            </a:xfrm>
            <a:prstGeom prst="ellipse">
              <a:avLst/>
            </a:prstGeom>
            <a:gradFill rotWithShape="0">
              <a:gsLst>
                <a:gs pos="0">
                  <a:srgbClr val="8ac1dc">
                    <a:alpha val="70000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48" name="Google Shape;93;p8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735120" y="1168560"/>
            <a:ext cx="7673760" cy="280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98;p9"/>
          <p:cNvGrpSpPr/>
          <p:nvPr/>
        </p:nvGrpSpPr>
        <p:grpSpPr>
          <a:xfrm>
            <a:off x="-2696040" y="-4806000"/>
            <a:ext cx="14472000" cy="14046840"/>
            <a:chOff x="-2696040" y="-4806000"/>
            <a:chExt cx="14472000" cy="14046840"/>
          </a:xfrm>
        </p:grpSpPr>
        <p:grpSp>
          <p:nvGrpSpPr>
            <p:cNvPr id="351" name="Google Shape;99;p9"/>
            <p:cNvGrpSpPr/>
            <p:nvPr/>
          </p:nvGrpSpPr>
          <p:grpSpPr>
            <a:xfrm>
              <a:off x="-2696040" y="-4806000"/>
              <a:ext cx="14472000" cy="14046840"/>
              <a:chOff x="-2696040" y="-4806000"/>
              <a:chExt cx="14472000" cy="14046840"/>
            </a:xfrm>
          </p:grpSpPr>
          <p:sp>
            <p:nvSpPr>
              <p:cNvPr id="352" name="Google Shape;100;p9"/>
              <p:cNvSpPr/>
              <p:nvPr/>
            </p:nvSpPr>
            <p:spPr>
              <a:xfrm rot="4815600">
                <a:off x="-843120" y="-1815840"/>
                <a:ext cx="6486840" cy="6538320"/>
              </a:xfrm>
              <a:prstGeom prst="ellipse">
                <a:avLst/>
              </a:prstGeom>
              <a:gradFill rotWithShape="0">
                <a:gsLst>
                  <a:gs pos="0">
                    <a:srgbClr val="1645d3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3" name="Google Shape;101;p9"/>
              <p:cNvSpPr/>
              <p:nvPr/>
            </p:nvSpPr>
            <p:spPr>
              <a:xfrm rot="4815600">
                <a:off x="-2296080" y="1105200"/>
                <a:ext cx="4917240" cy="4956120"/>
              </a:xfrm>
              <a:prstGeom prst="ellipse">
                <a:avLst/>
              </a:prstGeom>
              <a:gradFill rotWithShape="0">
                <a:gsLst>
                  <a:gs pos="0">
                    <a:srgbClr val="e0fe68">
                      <a:alpha val="52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102;p9"/>
              <p:cNvSpPr/>
              <p:nvPr/>
            </p:nvSpPr>
            <p:spPr>
              <a:xfrm rot="4815600">
                <a:off x="5088960" y="-10188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103;p9"/>
              <p:cNvSpPr/>
              <p:nvPr/>
            </p:nvSpPr>
            <p:spPr>
              <a:xfrm flipH="1" rot="5984400">
                <a:off x="-154080" y="-4217040"/>
                <a:ext cx="7945560" cy="8008560"/>
              </a:xfrm>
              <a:prstGeom prst="ellipse">
                <a:avLst/>
              </a:prstGeom>
              <a:gradFill rotWithShape="0">
                <a:gsLst>
                  <a:gs pos="0">
                    <a:srgbClr val="9900ff">
                      <a:alpha val="66000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104;p9"/>
              <p:cNvSpPr/>
              <p:nvPr/>
            </p:nvSpPr>
            <p:spPr>
              <a:xfrm flipH="1" rot="5984400">
                <a:off x="-1413360" y="2549520"/>
                <a:ext cx="6184080" cy="6233040"/>
              </a:xfrm>
              <a:prstGeom prst="ellipse">
                <a:avLst/>
              </a:prstGeom>
              <a:gradFill rotWithShape="0">
                <a:gsLst>
                  <a:gs pos="0">
                    <a:srgbClr val="8ac1dc">
                      <a:alpha val="70000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57" name="Google Shape;105;p9"/>
            <p:cNvSpPr/>
            <p:nvPr/>
          </p:nvSpPr>
          <p:spPr>
            <a:xfrm flipH="1" rot="5984400">
              <a:off x="3031200" y="-969840"/>
              <a:ext cx="7945560" cy="8008560"/>
            </a:xfrm>
            <a:prstGeom prst="ellipse">
              <a:avLst/>
            </a:prstGeom>
            <a:gradFill rotWithShape="0">
              <a:gsLst>
                <a:gs pos="0">
                  <a:srgbClr val="9900ff">
                    <a:alpha val="66000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358" name="Google Shape;106;p9" descr=""/>
          <p:cNvPicPr/>
          <p:nvPr/>
        </p:nvPicPr>
        <p:blipFill>
          <a:blip r:embed="rId2">
            <a:alphaModFix amt="21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35120" y="1344240"/>
            <a:ext cx="3858480" cy="9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60" name="Google Shape;109;p9" descr=""/>
          <p:cNvPicPr/>
          <p:nvPr/>
        </p:nvPicPr>
        <p:blipFill>
          <a:blip r:embed="rId3">
            <a:alphaModFix amt="65000"/>
          </a:blip>
          <a:srcRect l="150" t="0" r="158" b="0"/>
          <a:stretch/>
        </p:blipFill>
        <p:spPr>
          <a:xfrm rot="7206000">
            <a:off x="5453280" y="876960"/>
            <a:ext cx="3936600" cy="389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Google Shape;110;p9" descr=""/>
          <p:cNvPicPr/>
          <p:nvPr/>
        </p:nvPicPr>
        <p:blipFill>
          <a:blip r:embed="rId4">
            <a:alphaModFix amt="61000"/>
          </a:blip>
          <a:srcRect l="1293" t="0" r="1287" b="0"/>
          <a:stretch/>
        </p:blipFill>
        <p:spPr>
          <a:xfrm rot="19824000">
            <a:off x="5284080" y="2539080"/>
            <a:ext cx="2065680" cy="204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Google Shape;111;p9" descr=""/>
          <p:cNvPicPr/>
          <p:nvPr/>
        </p:nvPicPr>
        <p:blipFill>
          <a:blip r:embed="rId5">
            <a:alphaModFix amt="67000"/>
          </a:blip>
          <a:srcRect l="1293" t="0" r="1287" b="0"/>
          <a:stretch/>
        </p:blipFill>
        <p:spPr>
          <a:xfrm rot="11358600">
            <a:off x="7647120" y="955080"/>
            <a:ext cx="2065680" cy="2044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113;p10" descr=""/>
          <p:cNvPicPr/>
          <p:nvPr/>
        </p:nvPicPr>
        <p:blipFill>
          <a:blip r:embed="rId2"/>
          <a:srcRect l="0" t="38774" r="0" b="38774"/>
          <a:stretch/>
        </p:blipFill>
        <p:spPr>
          <a:xfrm>
            <a:off x="0" y="3989520"/>
            <a:ext cx="9143640" cy="115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Google Shape;114;p10" descr=""/>
          <p:cNvPicPr/>
          <p:nvPr/>
        </p:nvPicPr>
        <p:blipFill>
          <a:blip r:embed="rId3"/>
          <a:srcRect l="0" t="0" r="0" b="86618"/>
          <a:stretch/>
        </p:blipFill>
        <p:spPr>
          <a:xfrm>
            <a:off x="0" y="0"/>
            <a:ext cx="9143640" cy="68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35120" y="4128840"/>
            <a:ext cx="7673760" cy="47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2"/>
    <p:sldLayoutId id="214748368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ubTitle"/>
          </p:nvPr>
        </p:nvSpPr>
        <p:spPr>
          <a:xfrm>
            <a:off x="752400" y="3419640"/>
            <a:ext cx="764820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Design for clear everyday communication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68" name="Google Shape;475;p38"/>
          <p:cNvCxnSpPr/>
          <p:nvPr/>
        </p:nvCxnSpPr>
        <p:spPr>
          <a:xfrm>
            <a:off x="2778840" y="3848040"/>
            <a:ext cx="35863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369" name="Google Shape;477;p38"/>
          <p:cNvGrpSpPr/>
          <p:nvPr/>
        </p:nvGrpSpPr>
        <p:grpSpPr>
          <a:xfrm>
            <a:off x="2778840" y="644040"/>
            <a:ext cx="3585960" cy="2944080"/>
            <a:chOff x="2778840" y="644040"/>
            <a:chExt cx="3585960" cy="2944080"/>
          </a:xfrm>
        </p:grpSpPr>
        <p:sp>
          <p:nvSpPr>
            <p:cNvPr id="370" name="Google Shape;478;p38"/>
            <p:cNvSpPr/>
            <p:nvPr/>
          </p:nvSpPr>
          <p:spPr>
            <a:xfrm rot="19467600">
              <a:off x="2711160" y="1635480"/>
              <a:ext cx="3720600" cy="960480"/>
            </a:xfrm>
            <a:prstGeom prst="donut">
              <a:avLst>
                <a:gd name="adj" fmla="val 2048"/>
              </a:avLst>
            </a:prstGeom>
            <a:gradFill rotWithShape="0">
              <a:gsLst>
                <a:gs pos="0">
                  <a:srgbClr val="9900ff"/>
                </a:gs>
                <a:gs pos="40000">
                  <a:srgbClr val="e0fe68"/>
                </a:gs>
                <a:gs pos="70000">
                  <a:srgbClr val="7ba29e"/>
                </a:gs>
                <a:gs pos="100000">
                  <a:srgbClr val="1645d3"/>
                </a:gs>
              </a:gsLst>
              <a:lin ang="326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479;p38"/>
            <p:cNvSpPr/>
            <p:nvPr/>
          </p:nvSpPr>
          <p:spPr>
            <a:xfrm rot="21223200">
              <a:off x="5636160" y="922320"/>
              <a:ext cx="153360" cy="15336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2" name="PlaceHolder 2"/>
          <p:cNvSpPr>
            <a:spLocks noGrp="1"/>
          </p:cNvSpPr>
          <p:nvPr>
            <p:ph type="title"/>
          </p:nvPr>
        </p:nvSpPr>
        <p:spPr>
          <a:xfrm>
            <a:off x="752400" y="1333440"/>
            <a:ext cx="7648200" cy="15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Information Design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739;p53"/>
          <p:cNvGrpSpPr/>
          <p:nvPr/>
        </p:nvGrpSpPr>
        <p:grpSpPr>
          <a:xfrm>
            <a:off x="4358160" y="696600"/>
            <a:ext cx="3884040" cy="3956760"/>
            <a:chOff x="4358160" y="696600"/>
            <a:chExt cx="3884040" cy="3956760"/>
          </a:xfrm>
        </p:grpSpPr>
        <p:sp>
          <p:nvSpPr>
            <p:cNvPr id="374" name="Google Shape;740;p53"/>
            <p:cNvSpPr/>
            <p:nvPr/>
          </p:nvSpPr>
          <p:spPr>
            <a:xfrm rot="18846000">
              <a:off x="4096440" y="2105640"/>
              <a:ext cx="4407120" cy="1137960"/>
            </a:xfrm>
            <a:prstGeom prst="donut">
              <a:avLst>
                <a:gd name="adj" fmla="val 1091"/>
              </a:avLst>
            </a:prstGeom>
            <a:gradFill rotWithShape="0">
              <a:gsLst>
                <a:gs pos="0">
                  <a:srgbClr val="9900ff"/>
                </a:gs>
                <a:gs pos="40000">
                  <a:srgbClr val="e0fe68"/>
                </a:gs>
                <a:gs pos="70000">
                  <a:srgbClr val="7ba29e"/>
                </a:gs>
                <a:gs pos="100000">
                  <a:srgbClr val="1645d3"/>
                </a:gs>
              </a:gsLst>
              <a:lin ang="264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741;p53"/>
            <p:cNvSpPr/>
            <p:nvPr/>
          </p:nvSpPr>
          <p:spPr>
            <a:xfrm>
              <a:off x="7653600" y="1004040"/>
              <a:ext cx="97920" cy="9792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6" name="PlaceHolder 1"/>
          <p:cNvSpPr>
            <a:spLocks noGrp="1"/>
          </p:cNvSpPr>
          <p:nvPr>
            <p:ph type="subTitle"/>
          </p:nvPr>
        </p:nvSpPr>
        <p:spPr>
          <a:xfrm>
            <a:off x="885960" y="2971800"/>
            <a:ext cx="347616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Design shapes how people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receive and interpret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information in daily contexts.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Effective layout guides attention and improves comprehension through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visual hierarchy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clear structure.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title"/>
          </p:nvPr>
        </p:nvSpPr>
        <p:spPr>
          <a:xfrm>
            <a:off x="885960" y="1380960"/>
            <a:ext cx="3476160" cy="157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Introduction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8" name="Google Shape;744;p53" title="beautiful-women-working-together-startup-company.jpg"/>
          <p:cNvSpPr/>
          <p:nvPr/>
        </p:nvSpPr>
        <p:spPr>
          <a:xfrm>
            <a:off x="4793760" y="619200"/>
            <a:ext cx="2967120" cy="3904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0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Krona One"/>
              </a:rPr>
              <a:t>Design Principles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1" name="image69cb217a034cc" descr="image69cb217a034d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</a:rPr>
              <a:t>Visual hierarchy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3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size, color, and positioning to guide attention from most to least important.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Group related elements and create contrast to make the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reading path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obvious, improving quick scanning and decision-making.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4" name="image69cb217a0e920" descr="image69cb217a0e924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33320" y="1724040"/>
            <a:ext cx="422892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Typography &amp; readability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 type="subTitle"/>
          </p:nvPr>
        </p:nvSpPr>
        <p:spPr>
          <a:xfrm>
            <a:off x="733320" y="2228760"/>
            <a:ext cx="4228920" cy="119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Choose legible typefaces and appropriate sizes for the medium; limit font families for clarity.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Manage line length, spacing, and contrast to enhance </a:t>
            </a: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readability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sustain engagement.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</a:rPr>
              <a:t>Spacing &amp; alignment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8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Proper spacing and consistent alignment create order and reduce cognitive load, making content easier to scan and understand.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margins, padding, and grids to establish rhythm; align elements to a common axis to reinforce relationships and improve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visual coherence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0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Krona One"/>
              </a:rPr>
              <a:t>Application &amp; Context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91" name="image69cb217a1976d" descr="image69cb217a19771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733320" y="1724040"/>
            <a:ext cx="422892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Scanning behavior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subTitle"/>
          </p:nvPr>
        </p:nvSpPr>
        <p:spPr>
          <a:xfrm>
            <a:off x="733320" y="2228760"/>
            <a:ext cx="4228920" cy="119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Readers typically </a:t>
            </a: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scan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for cues rather than read word-for-word, so emphasize key points with hierarchy and contrast.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Design for quick recognition: headings, bullets, and highlighted phrases guide attention and enable faster comprehension.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739;p53"/>
          <p:cNvGrpSpPr/>
          <p:nvPr/>
        </p:nvGrpSpPr>
        <p:grpSpPr>
          <a:xfrm>
            <a:off x="4358160" y="696600"/>
            <a:ext cx="3884040" cy="3956760"/>
            <a:chOff x="4358160" y="696600"/>
            <a:chExt cx="3884040" cy="3956760"/>
          </a:xfrm>
        </p:grpSpPr>
        <p:sp>
          <p:nvSpPr>
            <p:cNvPr id="395" name="Google Shape;740;p53"/>
            <p:cNvSpPr/>
            <p:nvPr/>
          </p:nvSpPr>
          <p:spPr>
            <a:xfrm rot="18846000">
              <a:off x="4096440" y="2105640"/>
              <a:ext cx="4407120" cy="1137960"/>
            </a:xfrm>
            <a:prstGeom prst="donut">
              <a:avLst>
                <a:gd name="adj" fmla="val 1091"/>
              </a:avLst>
            </a:prstGeom>
            <a:gradFill rotWithShape="0">
              <a:gsLst>
                <a:gs pos="0">
                  <a:srgbClr val="9900ff"/>
                </a:gs>
                <a:gs pos="40000">
                  <a:srgbClr val="e0fe68"/>
                </a:gs>
                <a:gs pos="70000">
                  <a:srgbClr val="7ba29e"/>
                </a:gs>
                <a:gs pos="100000">
                  <a:srgbClr val="1645d3"/>
                </a:gs>
              </a:gsLst>
              <a:lin ang="2646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741;p53"/>
            <p:cNvSpPr/>
            <p:nvPr/>
          </p:nvSpPr>
          <p:spPr>
            <a:xfrm>
              <a:off x="7653600" y="1004040"/>
              <a:ext cx="97920" cy="9792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7" name="PlaceHolder 1"/>
          <p:cNvSpPr>
            <a:spLocks noGrp="1"/>
          </p:cNvSpPr>
          <p:nvPr>
            <p:ph type="subTitle"/>
          </p:nvPr>
        </p:nvSpPr>
        <p:spPr>
          <a:xfrm>
            <a:off x="885960" y="2971800"/>
            <a:ext cx="347616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Core principles apply across media, but execution differs: print favors fixed layouts and fine typography; digital requires responsive grids and interactive cues.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r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Adjust scale, spacing, and contrast for screens to maintain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readability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user control.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title"/>
          </p:nvPr>
        </p:nvSpPr>
        <p:spPr>
          <a:xfrm>
            <a:off x="885960" y="1380960"/>
            <a:ext cx="3476160" cy="157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Print vs digital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9" name="Google Shape;744;p53" title="beautiful-women-working-together-startup-company.jpg"/>
          <p:cNvSpPr/>
          <p:nvPr/>
        </p:nvSpPr>
        <p:spPr>
          <a:xfrm>
            <a:off x="4793760" y="619200"/>
            <a:ext cx="2967120" cy="3904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</a:rPr>
              <a:t>Images &amp; icons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1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Use images and icons to support meaning, not decorate; they should clarify concepts, provide context, or anchor memory.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Maintain consistent style and ensure visual elements align with hierarchy and spacing to avoid distraction.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33320" y="1724040"/>
            <a:ext cx="422892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Conclusions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subTitle"/>
          </p:nvPr>
        </p:nvSpPr>
        <p:spPr>
          <a:xfrm>
            <a:off x="733320" y="2228760"/>
            <a:ext cx="4228920" cy="119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62500" lnSpcReduction="1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Design is a communication tool that shapes understanding; effective use of </a:t>
            </a:r>
            <a:r>
              <a:rPr b="0" i="1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hierarchy, typography, spacing,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imagery improves clarity and engagement.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Prioritize layout that supports scanning and adapt principles to medium to deliver messages that are both accessible and persuasive.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1250;p69"/>
          <p:cNvGrpSpPr/>
          <p:nvPr/>
        </p:nvGrpSpPr>
        <p:grpSpPr>
          <a:xfrm>
            <a:off x="2757240" y="625320"/>
            <a:ext cx="3770280" cy="1174320"/>
            <a:chOff x="2757240" y="625320"/>
            <a:chExt cx="3770280" cy="1174320"/>
          </a:xfrm>
        </p:grpSpPr>
        <p:sp>
          <p:nvSpPr>
            <p:cNvPr id="405" name="Google Shape;1251;p69"/>
            <p:cNvSpPr/>
            <p:nvPr/>
          </p:nvSpPr>
          <p:spPr>
            <a:xfrm rot="10999200">
              <a:off x="2781720" y="731880"/>
              <a:ext cx="3720600" cy="960480"/>
            </a:xfrm>
            <a:prstGeom prst="donut">
              <a:avLst>
                <a:gd name="adj" fmla="val 2048"/>
              </a:avLst>
            </a:prstGeom>
            <a:gradFill rotWithShape="0">
              <a:gsLst>
                <a:gs pos="0">
                  <a:srgbClr val="9900ff"/>
                </a:gs>
                <a:gs pos="40000">
                  <a:srgbClr val="e0fe68"/>
                </a:gs>
                <a:gs pos="70000">
                  <a:srgbClr val="7ba29e"/>
                </a:gs>
                <a:gs pos="100000">
                  <a:srgbClr val="1645d3"/>
                </a:gs>
              </a:gsLst>
              <a:lin ang="1640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252;p69"/>
            <p:cNvSpPr/>
            <p:nvPr/>
          </p:nvSpPr>
          <p:spPr>
            <a:xfrm rot="10803000">
              <a:off x="3314880" y="712440"/>
              <a:ext cx="153360" cy="153360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2085840" y="676440"/>
            <a:ext cx="49716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chemeClr val="dk1"/>
                </a:solidFill>
                <a:effectLst/>
                <a:uFillTx/>
                <a:latin typeface="Krona One"/>
                <a:ea typeface="Krona One"/>
              </a:rPr>
              <a:t>THANKS!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ubTitle"/>
          </p:nvPr>
        </p:nvSpPr>
        <p:spPr>
          <a:xfrm>
            <a:off x="2705040" y="2314440"/>
            <a:ext cx="3723840" cy="99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Does anyone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addyouremail@freepik.com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+91  620 421 838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yourcompany.com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1255;p69"/>
          <p:cNvSpPr/>
          <p:nvPr/>
        </p:nvSpPr>
        <p:spPr>
          <a:xfrm>
            <a:off x="2705040" y="4114800"/>
            <a:ext cx="3723840" cy="35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835360" bIns="-283536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1256;p69"/>
          <p:cNvSpPr/>
          <p:nvPr/>
        </p:nvSpPr>
        <p:spPr>
          <a:xfrm>
            <a:off x="3579120" y="1794960"/>
            <a:ext cx="388080" cy="388440"/>
          </a:xfrm>
          <a:custGeom>
            <a:avLst/>
            <a:gdLst>
              <a:gd name="textAreaLeft" fmla="*/ 0 w 388080"/>
              <a:gd name="textAreaRight" fmla="*/ 388440 w 388080"/>
              <a:gd name="textAreaTop" fmla="*/ 0 h 388440"/>
              <a:gd name="textAreaBottom" fmla="*/ 388800 h 38844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11" name="Google Shape;1257;p69"/>
          <p:cNvGrpSpPr/>
          <p:nvPr/>
        </p:nvGrpSpPr>
        <p:grpSpPr>
          <a:xfrm>
            <a:off x="4111920" y="1795320"/>
            <a:ext cx="388440" cy="388080"/>
            <a:chOff x="4111920" y="1795320"/>
            <a:chExt cx="388440" cy="388080"/>
          </a:xfrm>
        </p:grpSpPr>
        <p:sp>
          <p:nvSpPr>
            <p:cNvPr id="412" name="Google Shape;1258;p69"/>
            <p:cNvSpPr/>
            <p:nvPr/>
          </p:nvSpPr>
          <p:spPr>
            <a:xfrm>
              <a:off x="4111920" y="1795320"/>
              <a:ext cx="388440" cy="38808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388080"/>
                <a:gd name="textAreaBottom" fmla="*/ 388440 h 3880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259;p69"/>
            <p:cNvSpPr/>
            <p:nvPr/>
          </p:nvSpPr>
          <p:spPr>
            <a:xfrm>
              <a:off x="4184640" y="1868400"/>
              <a:ext cx="241560" cy="2415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260;p69"/>
            <p:cNvSpPr/>
            <p:nvPr/>
          </p:nvSpPr>
          <p:spPr>
            <a:xfrm>
              <a:off x="4240800" y="1926000"/>
              <a:ext cx="128520" cy="126360"/>
            </a:xfrm>
            <a:custGeom>
              <a:avLst/>
              <a:gdLst>
                <a:gd name="textAreaLeft" fmla="*/ 0 w 128520"/>
                <a:gd name="textAreaRight" fmla="*/ 128880 w 128520"/>
                <a:gd name="textAreaTop" fmla="*/ 0 h 126360"/>
                <a:gd name="textAreaBottom" fmla="*/ 126720 h 12636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3360" bIns="63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261;p69"/>
            <p:cNvSpPr/>
            <p:nvPr/>
          </p:nvSpPr>
          <p:spPr>
            <a:xfrm>
              <a:off x="4354560" y="1899720"/>
              <a:ext cx="32760" cy="32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32400"/>
                <a:gd name="textAreaBottom" fmla="*/ 32760 h 324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6200" bIns="16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6" name="Google Shape;1262;p69"/>
          <p:cNvGrpSpPr/>
          <p:nvPr/>
        </p:nvGrpSpPr>
        <p:grpSpPr>
          <a:xfrm>
            <a:off x="4640760" y="1795320"/>
            <a:ext cx="388440" cy="388080"/>
            <a:chOff x="4640760" y="1795320"/>
            <a:chExt cx="388440" cy="388080"/>
          </a:xfrm>
        </p:grpSpPr>
        <p:sp>
          <p:nvSpPr>
            <p:cNvPr id="417" name="Google Shape;1263;p69"/>
            <p:cNvSpPr/>
            <p:nvPr/>
          </p:nvSpPr>
          <p:spPr>
            <a:xfrm>
              <a:off x="4640760" y="1795320"/>
              <a:ext cx="388440" cy="38808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388080"/>
                <a:gd name="textAreaBottom" fmla="*/ 388440 h 3880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264;p69"/>
            <p:cNvSpPr/>
            <p:nvPr/>
          </p:nvSpPr>
          <p:spPr>
            <a:xfrm>
              <a:off x="4730040" y="1950840"/>
              <a:ext cx="53280" cy="135000"/>
            </a:xfrm>
            <a:custGeom>
              <a:avLst/>
              <a:gdLst>
                <a:gd name="textAreaLeft" fmla="*/ 0 w 53280"/>
                <a:gd name="textAreaRight" fmla="*/ 53640 w 5328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265;p69"/>
            <p:cNvSpPr/>
            <p:nvPr/>
          </p:nvSpPr>
          <p:spPr>
            <a:xfrm>
              <a:off x="4722120" y="1877040"/>
              <a:ext cx="61560" cy="61560"/>
            </a:xfrm>
            <a:custGeom>
              <a:avLst/>
              <a:gdLst>
                <a:gd name="textAreaLeft" fmla="*/ 0 w 61560"/>
                <a:gd name="textAreaRight" fmla="*/ 61920 w 6156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266;p69"/>
            <p:cNvSpPr/>
            <p:nvPr/>
          </p:nvSpPr>
          <p:spPr>
            <a:xfrm>
              <a:off x="4811760" y="1950840"/>
              <a:ext cx="143640" cy="135000"/>
            </a:xfrm>
            <a:custGeom>
              <a:avLst/>
              <a:gdLst>
                <a:gd name="textAreaLeft" fmla="*/ 0 w 143640"/>
                <a:gd name="textAreaRight" fmla="*/ 144000 w 143640"/>
                <a:gd name="textAreaTop" fmla="*/ 0 h 135000"/>
                <a:gd name="textAreaBottom" fmla="*/ 135360 h 13500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1" name="Google Shape;1267;p69"/>
          <p:cNvGrpSpPr/>
          <p:nvPr/>
        </p:nvGrpSpPr>
        <p:grpSpPr>
          <a:xfrm>
            <a:off x="5172480" y="1795320"/>
            <a:ext cx="388440" cy="388080"/>
            <a:chOff x="5172480" y="1795320"/>
            <a:chExt cx="388440" cy="388080"/>
          </a:xfrm>
        </p:grpSpPr>
        <p:grpSp>
          <p:nvGrpSpPr>
            <p:cNvPr id="422" name="Google Shape;1268;p69"/>
            <p:cNvGrpSpPr/>
            <p:nvPr/>
          </p:nvGrpSpPr>
          <p:grpSpPr>
            <a:xfrm>
              <a:off x="5252040" y="1859040"/>
              <a:ext cx="228960" cy="260280"/>
              <a:chOff x="5252040" y="1859040"/>
              <a:chExt cx="228960" cy="260280"/>
            </a:xfrm>
          </p:grpSpPr>
          <p:sp>
            <p:nvSpPr>
              <p:cNvPr id="423" name="Google Shape;1269;p69"/>
              <p:cNvSpPr/>
              <p:nvPr/>
            </p:nvSpPr>
            <p:spPr>
              <a:xfrm>
                <a:off x="5252040" y="1981440"/>
                <a:ext cx="132840" cy="13788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37880"/>
                  <a:gd name="textAreaBottom" fmla="*/ 138240 h 13788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120" bIns="691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1270;p69"/>
              <p:cNvSpPr/>
              <p:nvPr/>
            </p:nvSpPr>
            <p:spPr>
              <a:xfrm>
                <a:off x="5292720" y="1859040"/>
                <a:ext cx="188280" cy="219600"/>
              </a:xfrm>
              <a:custGeom>
                <a:avLst/>
                <a:gdLst>
                  <a:gd name="textAreaLeft" fmla="*/ 0 w 188280"/>
                  <a:gd name="textAreaRight" fmla="*/ 188640 w 188280"/>
                  <a:gd name="textAreaTop" fmla="*/ 0 h 219600"/>
                  <a:gd name="textAreaBottom" fmla="*/ 219960 h 21960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25" name="Google Shape;1271;p69"/>
            <p:cNvSpPr/>
            <p:nvPr/>
          </p:nvSpPr>
          <p:spPr>
            <a:xfrm>
              <a:off x="5172480" y="1795320"/>
              <a:ext cx="388440" cy="38808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388080"/>
                <a:gd name="textAreaBottom" fmla="*/ 388440 h 3880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2026-03-31T01:20:55Z</dcterms:created>
  <dc:creator>Unknown Creator</dc:creator>
  <dc:description/>
  <dc:language>en-US</dc:language>
  <cp:lastModifiedBy>Unknown Creator</cp:lastModifiedBy>
  <dcterms:modified xsi:type="dcterms:W3CDTF">2026-03-31T01:20:55Z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